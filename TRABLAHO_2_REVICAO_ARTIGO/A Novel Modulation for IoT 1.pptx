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9" r:id="rId5"/>
    <p:sldId id="266" r:id="rId6"/>
    <p:sldId id="270" r:id="rId7"/>
    <p:sldId id="271" r:id="rId8"/>
    <p:sldId id="273" r:id="rId9"/>
    <p:sldId id="276" r:id="rId10"/>
    <p:sldId id="277" r:id="rId11"/>
    <p:sldId id="265" r:id="rId12"/>
    <p:sldId id="279" r:id="rId13"/>
    <p:sldId id="281" r:id="rId14"/>
    <p:sldId id="280" r:id="rId15"/>
    <p:sldId id="282" r:id="rId16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88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41DD-B028-454E-8DAC-2E6B62C37676}" v="899" dt="2025-06-02T17:13:49.598"/>
    <p1510:client id="{A4C9CFDD-F166-4D73-A2D7-9C95815D4C9D}" v="539" dt="2025-06-02T15:13:08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Enrique Cardozo Ramirez" userId="f5129c22-1525-4e3a-90c2-a88b17347b73" providerId="ADAL" clId="{A4C9CFDD-F166-4D73-A2D7-9C95815D4C9D}"/>
    <pc:docChg chg="undo redo custSel addSld delSld modSld">
      <pc:chgData name="Luis Enrique Cardozo Ramirez" userId="f5129c22-1525-4e3a-90c2-a88b17347b73" providerId="ADAL" clId="{A4C9CFDD-F166-4D73-A2D7-9C95815D4C9D}" dt="2025-06-02T15:13:08.407" v="539" actId="1035"/>
      <pc:docMkLst>
        <pc:docMk/>
      </pc:docMkLst>
      <pc:sldChg chg="del">
        <pc:chgData name="Luis Enrique Cardozo Ramirez" userId="f5129c22-1525-4e3a-90c2-a88b17347b73" providerId="ADAL" clId="{A4C9CFDD-F166-4D73-A2D7-9C95815D4C9D}" dt="2025-06-02T07:19:18.183" v="360" actId="2696"/>
        <pc:sldMkLst>
          <pc:docMk/>
          <pc:sldMk cId="3201932227" sldId="262"/>
        </pc:sldMkLst>
      </pc:sldChg>
      <pc:sldChg chg="del">
        <pc:chgData name="Luis Enrique Cardozo Ramirez" userId="f5129c22-1525-4e3a-90c2-a88b17347b73" providerId="ADAL" clId="{A4C9CFDD-F166-4D73-A2D7-9C95815D4C9D}" dt="2025-06-02T06:02:39.315" v="324" actId="2696"/>
        <pc:sldMkLst>
          <pc:docMk/>
          <pc:sldMk cId="3036901931" sldId="263"/>
        </pc:sldMkLst>
      </pc:sldChg>
      <pc:sldChg chg="del">
        <pc:chgData name="Luis Enrique Cardozo Ramirez" userId="f5129c22-1525-4e3a-90c2-a88b17347b73" providerId="ADAL" clId="{A4C9CFDD-F166-4D73-A2D7-9C95815D4C9D}" dt="2025-06-02T06:02:39.315" v="324" actId="2696"/>
        <pc:sldMkLst>
          <pc:docMk/>
          <pc:sldMk cId="517615182" sldId="264"/>
        </pc:sldMkLst>
      </pc:sldChg>
      <pc:sldChg chg="addSp delSp modSp mod">
        <pc:chgData name="Luis Enrique Cardozo Ramirez" userId="f5129c22-1525-4e3a-90c2-a88b17347b73" providerId="ADAL" clId="{A4C9CFDD-F166-4D73-A2D7-9C95815D4C9D}" dt="2025-06-02T06:02:00.721" v="323" actId="1038"/>
        <pc:sldMkLst>
          <pc:docMk/>
          <pc:sldMk cId="4052214363" sldId="265"/>
        </pc:sldMkLst>
        <pc:spChg chg="mod">
          <ac:chgData name="Luis Enrique Cardozo Ramirez" userId="f5129c22-1525-4e3a-90c2-a88b17347b73" providerId="ADAL" clId="{A4C9CFDD-F166-4D73-A2D7-9C95815D4C9D}" dt="2025-06-02T06:02:00.721" v="323" actId="1038"/>
          <ac:spMkLst>
            <pc:docMk/>
            <pc:sldMk cId="4052214363" sldId="265"/>
            <ac:spMk id="40" creationId="{0C3A28BB-9675-8648-9563-A663628F48F5}"/>
          </ac:spMkLst>
        </pc:spChg>
        <pc:spChg chg="mod">
          <ac:chgData name="Luis Enrique Cardozo Ramirez" userId="f5129c22-1525-4e3a-90c2-a88b17347b73" providerId="ADAL" clId="{A4C9CFDD-F166-4D73-A2D7-9C95815D4C9D}" dt="2025-06-02T06:02:00.721" v="323" actId="1038"/>
          <ac:spMkLst>
            <pc:docMk/>
            <pc:sldMk cId="4052214363" sldId="265"/>
            <ac:spMk id="41" creationId="{516D502C-EEB8-7641-9141-D6049BAE3252}"/>
          </ac:spMkLst>
        </pc:spChg>
        <pc:spChg chg="mod">
          <ac:chgData name="Luis Enrique Cardozo Ramirez" userId="f5129c22-1525-4e3a-90c2-a88b17347b73" providerId="ADAL" clId="{A4C9CFDD-F166-4D73-A2D7-9C95815D4C9D}" dt="2025-06-02T06:02:00.721" v="323" actId="1038"/>
          <ac:spMkLst>
            <pc:docMk/>
            <pc:sldMk cId="4052214363" sldId="265"/>
            <ac:spMk id="43" creationId="{E3BF4CBA-96D8-844A-846E-482C93C4A9BA}"/>
          </ac:spMkLst>
        </pc:spChg>
        <pc:spChg chg="mod">
          <ac:chgData name="Luis Enrique Cardozo Ramirez" userId="f5129c22-1525-4e3a-90c2-a88b17347b73" providerId="ADAL" clId="{A4C9CFDD-F166-4D73-A2D7-9C95815D4C9D}" dt="2025-06-02T06:02:00.721" v="323" actId="1038"/>
          <ac:spMkLst>
            <pc:docMk/>
            <pc:sldMk cId="4052214363" sldId="265"/>
            <ac:spMk id="44" creationId="{4EE65486-1766-B74A-9043-DE141DDF4363}"/>
          </ac:spMkLst>
        </pc:spChg>
        <pc:spChg chg="mod">
          <ac:chgData name="Luis Enrique Cardozo Ramirez" userId="f5129c22-1525-4e3a-90c2-a88b17347b73" providerId="ADAL" clId="{A4C9CFDD-F166-4D73-A2D7-9C95815D4C9D}" dt="2025-06-02T06:02:00.721" v="323" actId="1038"/>
          <ac:spMkLst>
            <pc:docMk/>
            <pc:sldMk cId="4052214363" sldId="265"/>
            <ac:spMk id="45" creationId="{7BB2B4E3-317E-FC4B-B166-28E804B11BF6}"/>
          </ac:spMkLst>
        </pc:spChg>
        <pc:spChg chg="mod">
          <ac:chgData name="Luis Enrique Cardozo Ramirez" userId="f5129c22-1525-4e3a-90c2-a88b17347b73" providerId="ADAL" clId="{A4C9CFDD-F166-4D73-A2D7-9C95815D4C9D}" dt="2025-06-02T06:02:00.721" v="323" actId="1038"/>
          <ac:spMkLst>
            <pc:docMk/>
            <pc:sldMk cId="4052214363" sldId="265"/>
            <ac:spMk id="47" creationId="{04248951-1086-2B45-ACBA-B055B8A9B128}"/>
          </ac:spMkLst>
        </pc:spChg>
        <pc:spChg chg="mod">
          <ac:chgData name="Luis Enrique Cardozo Ramirez" userId="f5129c22-1525-4e3a-90c2-a88b17347b73" providerId="ADAL" clId="{A4C9CFDD-F166-4D73-A2D7-9C95815D4C9D}" dt="2025-06-02T06:02:00.721" v="323" actId="1038"/>
          <ac:spMkLst>
            <pc:docMk/>
            <pc:sldMk cId="4052214363" sldId="265"/>
            <ac:spMk id="51" creationId="{A6D40621-9F60-B248-A84C-7DCBF898D4DB}"/>
          </ac:spMkLst>
        </pc:spChg>
        <pc:picChg chg="add del mod">
          <ac:chgData name="Luis Enrique Cardozo Ramirez" userId="f5129c22-1525-4e3a-90c2-a88b17347b73" providerId="ADAL" clId="{A4C9CFDD-F166-4D73-A2D7-9C95815D4C9D}" dt="2025-06-02T05:40:38.053" v="293" actId="478"/>
          <ac:picMkLst>
            <pc:docMk/>
            <pc:sldMk cId="4052214363" sldId="265"/>
            <ac:picMk id="7" creationId="{06F969A9-E22C-CF96-1089-1BCD706F2FCC}"/>
          </ac:picMkLst>
        </pc:picChg>
        <pc:picChg chg="add mod">
          <ac:chgData name="Luis Enrique Cardozo Ramirez" userId="f5129c22-1525-4e3a-90c2-a88b17347b73" providerId="ADAL" clId="{A4C9CFDD-F166-4D73-A2D7-9C95815D4C9D}" dt="2025-06-02T06:01:45.659" v="306" actId="1076"/>
          <ac:picMkLst>
            <pc:docMk/>
            <pc:sldMk cId="4052214363" sldId="265"/>
            <ac:picMk id="9" creationId="{B1E43F33-F373-5BA1-2021-DFB9065B4A4F}"/>
          </ac:picMkLst>
        </pc:picChg>
      </pc:sldChg>
      <pc:sldChg chg="addSp modSp">
        <pc:chgData name="Luis Enrique Cardozo Ramirez" userId="f5129c22-1525-4e3a-90c2-a88b17347b73" providerId="ADAL" clId="{A4C9CFDD-F166-4D73-A2D7-9C95815D4C9D}" dt="2025-06-02T04:53:34.183" v="127"/>
        <pc:sldMkLst>
          <pc:docMk/>
          <pc:sldMk cId="1079432290" sldId="266"/>
        </pc:sldMkLst>
        <pc:spChg chg="add mod">
          <ac:chgData name="Luis Enrique Cardozo Ramirez" userId="f5129c22-1525-4e3a-90c2-a88b17347b73" providerId="ADAL" clId="{A4C9CFDD-F166-4D73-A2D7-9C95815D4C9D}" dt="2025-06-02T04:53:34.183" v="127"/>
          <ac:spMkLst>
            <pc:docMk/>
            <pc:sldMk cId="1079432290" sldId="266"/>
            <ac:spMk id="4" creationId="{6D742070-3EB1-9700-671B-AB0EB54098CD}"/>
          </ac:spMkLst>
        </pc:spChg>
      </pc:sldChg>
      <pc:sldChg chg="modSp del mod">
        <pc:chgData name="Luis Enrique Cardozo Ramirez" userId="f5129c22-1525-4e3a-90c2-a88b17347b73" providerId="ADAL" clId="{A4C9CFDD-F166-4D73-A2D7-9C95815D4C9D}" dt="2025-06-02T04:27:48.034" v="85" actId="2696"/>
        <pc:sldMkLst>
          <pc:docMk/>
          <pc:sldMk cId="3643968126" sldId="267"/>
        </pc:sldMkLst>
        <pc:spChg chg="mod">
          <ac:chgData name="Luis Enrique Cardozo Ramirez" userId="f5129c22-1525-4e3a-90c2-a88b17347b73" providerId="ADAL" clId="{A4C9CFDD-F166-4D73-A2D7-9C95815D4C9D}" dt="2025-06-02T04:21:54.356" v="9" actId="20577"/>
          <ac:spMkLst>
            <pc:docMk/>
            <pc:sldMk cId="3643968126" sldId="267"/>
            <ac:spMk id="3" creationId="{A83CD700-7270-58C2-8114-50B1F417112D}"/>
          </ac:spMkLst>
        </pc:spChg>
      </pc:sldChg>
      <pc:sldChg chg="delSp modSp add del mod">
        <pc:chgData name="Luis Enrique Cardozo Ramirez" userId="f5129c22-1525-4e3a-90c2-a88b17347b73" providerId="ADAL" clId="{A4C9CFDD-F166-4D73-A2D7-9C95815D4C9D}" dt="2025-06-02T04:52:01.111" v="119" actId="2696"/>
        <pc:sldMkLst>
          <pc:docMk/>
          <pc:sldMk cId="0" sldId="268"/>
        </pc:sldMkLst>
        <pc:spChg chg="mod">
          <ac:chgData name="Luis Enrique Cardozo Ramirez" userId="f5129c22-1525-4e3a-90c2-a88b17347b73" providerId="ADAL" clId="{A4C9CFDD-F166-4D73-A2D7-9C95815D4C9D}" dt="2025-06-02T04:27:36.379" v="84"/>
          <ac:spMkLst>
            <pc:docMk/>
            <pc:sldMk cId="0" sldId="268"/>
            <ac:spMk id="2" creationId="{00000000-0000-0000-0000-000000000000}"/>
          </ac:spMkLst>
        </pc:spChg>
        <pc:spChg chg="del mod">
          <ac:chgData name="Luis Enrique Cardozo Ramirez" userId="f5129c22-1525-4e3a-90c2-a88b17347b73" providerId="ADAL" clId="{A4C9CFDD-F166-4D73-A2D7-9C95815D4C9D}" dt="2025-06-02T04:51:47.123" v="117" actId="21"/>
          <ac:spMkLst>
            <pc:docMk/>
            <pc:sldMk cId="0" sldId="268"/>
            <ac:spMk id="3" creationId="{00000000-0000-0000-0000-000000000000}"/>
          </ac:spMkLst>
        </pc:spChg>
        <pc:spChg chg="del mod">
          <ac:chgData name="Luis Enrique Cardozo Ramirez" userId="f5129c22-1525-4e3a-90c2-a88b17347b73" providerId="ADAL" clId="{A4C9CFDD-F166-4D73-A2D7-9C95815D4C9D}" dt="2025-06-02T04:51:47.123" v="117" actId="21"/>
          <ac:spMkLst>
            <pc:docMk/>
            <pc:sldMk cId="0" sldId="268"/>
            <ac:spMk id="4" creationId="{00000000-0000-0000-0000-000000000000}"/>
          </ac:spMkLst>
        </pc:spChg>
        <pc:spChg chg="del mod">
          <ac:chgData name="Luis Enrique Cardozo Ramirez" userId="f5129c22-1525-4e3a-90c2-a88b17347b73" providerId="ADAL" clId="{A4C9CFDD-F166-4D73-A2D7-9C95815D4C9D}" dt="2025-06-02T04:26:07.490" v="38" actId="478"/>
          <ac:spMkLst>
            <pc:docMk/>
            <pc:sldMk cId="0" sldId="268"/>
            <ac:spMk id="5" creationId="{00000000-0000-0000-0000-000000000000}"/>
          </ac:spMkLst>
        </pc:spChg>
        <pc:spChg chg="del mod">
          <ac:chgData name="Luis Enrique Cardozo Ramirez" userId="f5129c22-1525-4e3a-90c2-a88b17347b73" providerId="ADAL" clId="{A4C9CFDD-F166-4D73-A2D7-9C95815D4C9D}" dt="2025-06-02T04:51:47.123" v="117" actId="21"/>
          <ac:spMkLst>
            <pc:docMk/>
            <pc:sldMk cId="0" sldId="268"/>
            <ac:spMk id="6" creationId="{00000000-0000-0000-0000-000000000000}"/>
          </ac:spMkLst>
        </pc:spChg>
        <pc:spChg chg="del mod">
          <ac:chgData name="Luis Enrique Cardozo Ramirez" userId="f5129c22-1525-4e3a-90c2-a88b17347b73" providerId="ADAL" clId="{A4C9CFDD-F166-4D73-A2D7-9C95815D4C9D}" dt="2025-06-02T04:51:47.123" v="117" actId="21"/>
          <ac:spMkLst>
            <pc:docMk/>
            <pc:sldMk cId="0" sldId="268"/>
            <ac:spMk id="7" creationId="{00000000-0000-0000-0000-000000000000}"/>
          </ac:spMkLst>
        </pc:spChg>
        <pc:spChg chg="del mod">
          <ac:chgData name="Luis Enrique Cardozo Ramirez" userId="f5129c22-1525-4e3a-90c2-a88b17347b73" providerId="ADAL" clId="{A4C9CFDD-F166-4D73-A2D7-9C95815D4C9D}" dt="2025-06-02T04:26:07.490" v="38" actId="478"/>
          <ac:spMkLst>
            <pc:docMk/>
            <pc:sldMk cId="0" sldId="268"/>
            <ac:spMk id="8" creationId="{00000000-0000-0000-0000-000000000000}"/>
          </ac:spMkLst>
        </pc:spChg>
        <pc:spChg chg="del mod">
          <ac:chgData name="Luis Enrique Cardozo Ramirez" userId="f5129c22-1525-4e3a-90c2-a88b17347b73" providerId="ADAL" clId="{A4C9CFDD-F166-4D73-A2D7-9C95815D4C9D}" dt="2025-06-02T04:51:47.123" v="117" actId="21"/>
          <ac:spMkLst>
            <pc:docMk/>
            <pc:sldMk cId="0" sldId="268"/>
            <ac:spMk id="9" creationId="{00000000-0000-0000-0000-000000000000}"/>
          </ac:spMkLst>
        </pc:spChg>
        <pc:spChg chg="del mod">
          <ac:chgData name="Luis Enrique Cardozo Ramirez" userId="f5129c22-1525-4e3a-90c2-a88b17347b73" providerId="ADAL" clId="{A4C9CFDD-F166-4D73-A2D7-9C95815D4C9D}" dt="2025-06-02T04:51:47.123" v="117" actId="21"/>
          <ac:spMkLst>
            <pc:docMk/>
            <pc:sldMk cId="0" sldId="268"/>
            <ac:spMk id="10" creationId="{00000000-0000-0000-0000-000000000000}"/>
          </ac:spMkLst>
        </pc:spChg>
        <pc:spChg chg="del mod">
          <ac:chgData name="Luis Enrique Cardozo Ramirez" userId="f5129c22-1525-4e3a-90c2-a88b17347b73" providerId="ADAL" clId="{A4C9CFDD-F166-4D73-A2D7-9C95815D4C9D}" dt="2025-06-02T04:26:13.016" v="40" actId="478"/>
          <ac:spMkLst>
            <pc:docMk/>
            <pc:sldMk cId="0" sldId="268"/>
            <ac:spMk id="11" creationId="{00000000-0000-0000-0000-000000000000}"/>
          </ac:spMkLst>
        </pc:spChg>
        <pc:spChg chg="del">
          <ac:chgData name="Luis Enrique Cardozo Ramirez" userId="f5129c22-1525-4e3a-90c2-a88b17347b73" providerId="ADAL" clId="{A4C9CFDD-F166-4D73-A2D7-9C95815D4C9D}" dt="2025-06-02T04:26:16.790" v="41" actId="478"/>
          <ac:spMkLst>
            <pc:docMk/>
            <pc:sldMk cId="0" sldId="268"/>
            <ac:spMk id="12" creationId="{00000000-0000-0000-0000-000000000000}"/>
          </ac:spMkLst>
        </pc:spChg>
        <pc:picChg chg="del">
          <ac:chgData name="Luis Enrique Cardozo Ramirez" userId="f5129c22-1525-4e3a-90c2-a88b17347b73" providerId="ADAL" clId="{A4C9CFDD-F166-4D73-A2D7-9C95815D4C9D}" dt="2025-06-02T04:20:37.049" v="1" actId="478"/>
          <ac:picMkLst>
            <pc:docMk/>
            <pc:sldMk cId="0" sldId="268"/>
            <ac:picMk id="2" creationId="{00000000-0000-0000-0000-000000000000}"/>
          </ac:picMkLst>
        </pc:picChg>
      </pc:sldChg>
      <pc:sldChg chg="addSp delSp modSp add del mod modClrScheme delAnim modAnim chgLayout">
        <pc:chgData name="Luis Enrique Cardozo Ramirez" userId="f5129c22-1525-4e3a-90c2-a88b17347b73" providerId="ADAL" clId="{A4C9CFDD-F166-4D73-A2D7-9C95815D4C9D}" dt="2025-06-02T05:01:01.648" v="211" actId="2696"/>
        <pc:sldMkLst>
          <pc:docMk/>
          <pc:sldMk cId="1126983540" sldId="269"/>
        </pc:sldMkLst>
        <pc:spChg chg="mod">
          <ac:chgData name="Luis Enrique Cardozo Ramirez" userId="f5129c22-1525-4e3a-90c2-a88b17347b73" providerId="ADAL" clId="{A4C9CFDD-F166-4D73-A2D7-9C95815D4C9D}" dt="2025-06-02T04:46:05.076" v="88" actId="26606"/>
          <ac:spMkLst>
            <pc:docMk/>
            <pc:sldMk cId="1126983540" sldId="269"/>
            <ac:spMk id="2" creationId="{C5DB944B-148B-7CED-4606-904B412282DE}"/>
          </ac:spMkLst>
        </pc:spChg>
        <pc:spChg chg="del">
          <ac:chgData name="Luis Enrique Cardozo Ramirez" userId="f5129c22-1525-4e3a-90c2-a88b17347b73" providerId="ADAL" clId="{A4C9CFDD-F166-4D73-A2D7-9C95815D4C9D}" dt="2025-06-02T04:46:05.076" v="88" actId="26606"/>
          <ac:spMkLst>
            <pc:docMk/>
            <pc:sldMk cId="1126983540" sldId="269"/>
            <ac:spMk id="3" creationId="{5B16767B-D52C-A363-2CF5-C0EF947E5C0D}"/>
          </ac:spMkLst>
        </pc:spChg>
        <pc:spChg chg="add del mod">
          <ac:chgData name="Luis Enrique Cardozo Ramirez" userId="f5129c22-1525-4e3a-90c2-a88b17347b73" providerId="ADAL" clId="{A4C9CFDD-F166-4D73-A2D7-9C95815D4C9D}" dt="2025-06-02T04:54:26.528" v="139" actId="478"/>
          <ac:spMkLst>
            <pc:docMk/>
            <pc:sldMk cId="1126983540" sldId="269"/>
            <ac:spMk id="7" creationId="{47B12946-2CED-1BE1-3A25-5CAE09A8A1CF}"/>
          </ac:spMkLst>
        </pc:spChg>
        <pc:spChg chg="add mod">
          <ac:chgData name="Luis Enrique Cardozo Ramirez" userId="f5129c22-1525-4e3a-90c2-a88b17347b73" providerId="ADAL" clId="{A4C9CFDD-F166-4D73-A2D7-9C95815D4C9D}" dt="2025-06-02T04:59:53.813" v="198" actId="6549"/>
          <ac:spMkLst>
            <pc:docMk/>
            <pc:sldMk cId="1126983540" sldId="269"/>
            <ac:spMk id="8" creationId="{5BFDD577-C6C1-7683-8D34-768B56C92970}"/>
          </ac:spMkLst>
        </pc:spChg>
        <pc:spChg chg="add mod">
          <ac:chgData name="Luis Enrique Cardozo Ramirez" userId="f5129c22-1525-4e3a-90c2-a88b17347b73" providerId="ADAL" clId="{A4C9CFDD-F166-4D73-A2D7-9C95815D4C9D}" dt="2025-06-02T04:59:59.161" v="199" actId="1076"/>
          <ac:spMkLst>
            <pc:docMk/>
            <pc:sldMk cId="1126983540" sldId="269"/>
            <ac:spMk id="10" creationId="{A7B41A0F-33E6-5A4F-901C-28A84502E971}"/>
          </ac:spMkLst>
        </pc:spChg>
        <pc:spChg chg="add del mod">
          <ac:chgData name="Luis Enrique Cardozo Ramirez" userId="f5129c22-1525-4e3a-90c2-a88b17347b73" providerId="ADAL" clId="{A4C9CFDD-F166-4D73-A2D7-9C95815D4C9D}" dt="2025-06-02T04:59:45.718" v="195" actId="478"/>
          <ac:spMkLst>
            <pc:docMk/>
            <pc:sldMk cId="1126983540" sldId="269"/>
            <ac:spMk id="13" creationId="{62D45CF3-46B3-A8A7-B1E3-FC3DB24FB63A}"/>
          </ac:spMkLst>
        </pc:spChg>
        <pc:spChg chg="add mod">
          <ac:chgData name="Luis Enrique Cardozo Ramirez" userId="f5129c22-1525-4e3a-90c2-a88b17347b73" providerId="ADAL" clId="{A4C9CFDD-F166-4D73-A2D7-9C95815D4C9D}" dt="2025-06-02T05:00:01.988" v="200" actId="1076"/>
          <ac:spMkLst>
            <pc:docMk/>
            <pc:sldMk cId="1126983540" sldId="269"/>
            <ac:spMk id="14" creationId="{91EB5BC3-9E9B-5D75-5FFF-3EDEC790E8C4}"/>
          </ac:spMkLst>
        </pc:spChg>
        <pc:spChg chg="add mod">
          <ac:chgData name="Luis Enrique Cardozo Ramirez" userId="f5129c22-1525-4e3a-90c2-a88b17347b73" providerId="ADAL" clId="{A4C9CFDD-F166-4D73-A2D7-9C95815D4C9D}" dt="2025-06-02T05:00:05.182" v="201" actId="1076"/>
          <ac:spMkLst>
            <pc:docMk/>
            <pc:sldMk cId="1126983540" sldId="269"/>
            <ac:spMk id="16" creationId="{283727E4-FF90-D640-E56B-94DD89CD743C}"/>
          </ac:spMkLst>
        </pc:spChg>
        <pc:spChg chg="add del mod">
          <ac:chgData name="Luis Enrique Cardozo Ramirez" userId="f5129c22-1525-4e3a-90c2-a88b17347b73" providerId="ADAL" clId="{A4C9CFDD-F166-4D73-A2D7-9C95815D4C9D}" dt="2025-06-02T04:59:23.122" v="190" actId="478"/>
          <ac:spMkLst>
            <pc:docMk/>
            <pc:sldMk cId="1126983540" sldId="269"/>
            <ac:spMk id="17" creationId="{B687374B-EAFA-F498-4E92-5F2DC4B69E50}"/>
          </ac:spMkLst>
        </pc:spChg>
        <pc:spChg chg="add del mod">
          <ac:chgData name="Luis Enrique Cardozo Ramirez" userId="f5129c22-1525-4e3a-90c2-a88b17347b73" providerId="ADAL" clId="{A4C9CFDD-F166-4D73-A2D7-9C95815D4C9D}" dt="2025-06-02T04:59:46.646" v="196" actId="478"/>
          <ac:spMkLst>
            <pc:docMk/>
            <pc:sldMk cId="1126983540" sldId="269"/>
            <ac:spMk id="18" creationId="{56EF90B7-CC80-8AF1-2F17-22BFA30E7A51}"/>
          </ac:spMkLst>
        </pc:spChg>
        <pc:spChg chg="add del mod">
          <ac:chgData name="Luis Enrique Cardozo Ramirez" userId="f5129c22-1525-4e3a-90c2-a88b17347b73" providerId="ADAL" clId="{A4C9CFDD-F166-4D73-A2D7-9C95815D4C9D}" dt="2025-06-02T04:59:47.272" v="197" actId="478"/>
          <ac:spMkLst>
            <pc:docMk/>
            <pc:sldMk cId="1126983540" sldId="269"/>
            <ac:spMk id="19" creationId="{74D5B1F0-41AA-98FE-7E3C-7BBF03791A87}"/>
          </ac:spMkLst>
        </pc:spChg>
        <pc:graphicFrameChg chg="add del mod">
          <ac:chgData name="Luis Enrique Cardozo Ramirez" userId="f5129c22-1525-4e3a-90c2-a88b17347b73" providerId="ADAL" clId="{A4C9CFDD-F166-4D73-A2D7-9C95815D4C9D}" dt="2025-06-02T04:54:24.386" v="138" actId="478"/>
          <ac:graphicFrameMkLst>
            <pc:docMk/>
            <pc:sldMk cId="1126983540" sldId="269"/>
            <ac:graphicFrameMk id="5" creationId="{5D3261C6-3993-0E10-E6D1-756A76413DD4}"/>
          </ac:graphicFrameMkLst>
        </pc:graphicFrameChg>
        <pc:picChg chg="add mod">
          <ac:chgData name="Luis Enrique Cardozo Ramirez" userId="f5129c22-1525-4e3a-90c2-a88b17347b73" providerId="ADAL" clId="{A4C9CFDD-F166-4D73-A2D7-9C95815D4C9D}" dt="2025-06-02T04:56:53.853" v="184" actId="1076"/>
          <ac:picMkLst>
            <pc:docMk/>
            <pc:sldMk cId="1126983540" sldId="269"/>
            <ac:picMk id="4" creationId="{0008F795-B644-0B90-614E-C0D3FE48FFA7}"/>
          </ac:picMkLst>
        </pc:picChg>
        <pc:picChg chg="del">
          <ac:chgData name="Luis Enrique Cardozo Ramirez" userId="f5129c22-1525-4e3a-90c2-a88b17347b73" providerId="ADAL" clId="{A4C9CFDD-F166-4D73-A2D7-9C95815D4C9D}" dt="2025-06-02T04:45:55.321" v="87" actId="478"/>
          <ac:picMkLst>
            <pc:docMk/>
            <pc:sldMk cId="1126983540" sldId="269"/>
            <ac:picMk id="11" creationId="{FEF3E238-36B4-D136-EB95-DCAFD4818041}"/>
          </ac:picMkLst>
        </pc:picChg>
        <pc:picChg chg="add del mod">
          <ac:chgData name="Luis Enrique Cardozo Ramirez" userId="f5129c22-1525-4e3a-90c2-a88b17347b73" providerId="ADAL" clId="{A4C9CFDD-F166-4D73-A2D7-9C95815D4C9D}" dt="2025-06-02T04:59:44.711" v="194" actId="478"/>
          <ac:picMkLst>
            <pc:docMk/>
            <pc:sldMk cId="1126983540" sldId="269"/>
            <ac:picMk id="21" creationId="{0AB5AD06-8933-9E52-606A-FC8A1C012EC8}"/>
          </ac:picMkLst>
        </pc:picChg>
      </pc:sldChg>
      <pc:sldChg chg="addSp delSp modSp add mod delAnim">
        <pc:chgData name="Luis Enrique Cardozo Ramirez" userId="f5129c22-1525-4e3a-90c2-a88b17347b73" providerId="ADAL" clId="{A4C9CFDD-F166-4D73-A2D7-9C95815D4C9D}" dt="2025-06-02T05:35:20.877" v="287" actId="1076"/>
        <pc:sldMkLst>
          <pc:docMk/>
          <pc:sldMk cId="3443974555" sldId="270"/>
        </pc:sldMkLst>
        <pc:spChg chg="mod">
          <ac:chgData name="Luis Enrique Cardozo Ramirez" userId="f5129c22-1525-4e3a-90c2-a88b17347b73" providerId="ADAL" clId="{A4C9CFDD-F166-4D73-A2D7-9C95815D4C9D}" dt="2025-06-02T04:51:24.802" v="113"/>
          <ac:spMkLst>
            <pc:docMk/>
            <pc:sldMk cId="3443974555" sldId="270"/>
            <ac:spMk id="2" creationId="{B9B22CB7-3F3F-DD8C-0653-C421E5932649}"/>
          </ac:spMkLst>
        </pc:spChg>
        <pc:spChg chg="add del mod">
          <ac:chgData name="Luis Enrique Cardozo Ramirez" userId="f5129c22-1525-4e3a-90c2-a88b17347b73" providerId="ADAL" clId="{A4C9CFDD-F166-4D73-A2D7-9C95815D4C9D}" dt="2025-06-02T04:51:34.759" v="115" actId="478"/>
          <ac:spMkLst>
            <pc:docMk/>
            <pc:sldMk cId="3443974555" sldId="270"/>
            <ac:spMk id="6" creationId="{9A59E613-81EF-4EB8-1650-1563B7D3FFEA}"/>
          </ac:spMkLst>
        </pc:spChg>
        <pc:spChg chg="add mod">
          <ac:chgData name="Luis Enrique Cardozo Ramirez" userId="f5129c22-1525-4e3a-90c2-a88b17347b73" providerId="ADAL" clId="{A4C9CFDD-F166-4D73-A2D7-9C95815D4C9D}" dt="2025-06-02T04:52:06.411" v="120" actId="1076"/>
          <ac:spMkLst>
            <pc:docMk/>
            <pc:sldMk cId="3443974555" sldId="270"/>
            <ac:spMk id="7" creationId="{00000000-0000-0000-0000-000000000000}"/>
          </ac:spMkLst>
        </pc:spChg>
        <pc:spChg chg="add mod">
          <ac:chgData name="Luis Enrique Cardozo Ramirez" userId="f5129c22-1525-4e3a-90c2-a88b17347b73" providerId="ADAL" clId="{A4C9CFDD-F166-4D73-A2D7-9C95815D4C9D}" dt="2025-06-02T05:21:16.320" v="227" actId="1076"/>
          <ac:spMkLst>
            <pc:docMk/>
            <pc:sldMk cId="3443974555" sldId="270"/>
            <ac:spMk id="8" creationId="{00000000-0000-0000-0000-000000000000}"/>
          </ac:spMkLst>
        </pc:spChg>
        <pc:spChg chg="add mod">
          <ac:chgData name="Luis Enrique Cardozo Ramirez" userId="f5129c22-1525-4e3a-90c2-a88b17347b73" providerId="ADAL" clId="{A4C9CFDD-F166-4D73-A2D7-9C95815D4C9D}" dt="2025-06-02T04:52:17.391" v="121" actId="1076"/>
          <ac:spMkLst>
            <pc:docMk/>
            <pc:sldMk cId="3443974555" sldId="270"/>
            <ac:spMk id="9" creationId="{00000000-0000-0000-0000-000000000000}"/>
          </ac:spMkLst>
        </pc:spChg>
        <pc:spChg chg="add mod">
          <ac:chgData name="Luis Enrique Cardozo Ramirez" userId="f5129c22-1525-4e3a-90c2-a88b17347b73" providerId="ADAL" clId="{A4C9CFDD-F166-4D73-A2D7-9C95815D4C9D}" dt="2025-06-02T05:21:27.084" v="230" actId="1076"/>
          <ac:spMkLst>
            <pc:docMk/>
            <pc:sldMk cId="3443974555" sldId="270"/>
            <ac:spMk id="10" creationId="{00000000-0000-0000-0000-000000000000}"/>
          </ac:spMkLst>
        </pc:spChg>
        <pc:spChg chg="add mod">
          <ac:chgData name="Luis Enrique Cardozo Ramirez" userId="f5129c22-1525-4e3a-90c2-a88b17347b73" providerId="ADAL" clId="{A4C9CFDD-F166-4D73-A2D7-9C95815D4C9D}" dt="2025-06-02T04:51:49.563" v="118"/>
          <ac:spMkLst>
            <pc:docMk/>
            <pc:sldMk cId="3443974555" sldId="270"/>
            <ac:spMk id="11" creationId="{00000000-0000-0000-0000-000000000000}"/>
          </ac:spMkLst>
        </pc:spChg>
        <pc:spChg chg="add mod">
          <ac:chgData name="Luis Enrique Cardozo Ramirez" userId="f5129c22-1525-4e3a-90c2-a88b17347b73" providerId="ADAL" clId="{A4C9CFDD-F166-4D73-A2D7-9C95815D4C9D}" dt="2025-06-02T05:21:45.378" v="234" actId="1076"/>
          <ac:spMkLst>
            <pc:docMk/>
            <pc:sldMk cId="3443974555" sldId="270"/>
            <ac:spMk id="12" creationId="{00000000-0000-0000-0000-000000000000}"/>
          </ac:spMkLst>
        </pc:spChg>
        <pc:spChg chg="add del mod">
          <ac:chgData name="Luis Enrique Cardozo Ramirez" userId="f5129c22-1525-4e3a-90c2-a88b17347b73" providerId="ADAL" clId="{A4C9CFDD-F166-4D73-A2D7-9C95815D4C9D}" dt="2025-06-02T04:54:39.294" v="144" actId="21"/>
          <ac:spMkLst>
            <pc:docMk/>
            <pc:sldMk cId="3443974555" sldId="270"/>
            <ac:spMk id="13" creationId="{62D45CF3-46B3-A8A7-B1E3-FC3DB24FB63A}"/>
          </ac:spMkLst>
        </pc:spChg>
        <pc:spChg chg="add del mod">
          <ac:chgData name="Luis Enrique Cardozo Ramirez" userId="f5129c22-1525-4e3a-90c2-a88b17347b73" providerId="ADAL" clId="{A4C9CFDD-F166-4D73-A2D7-9C95815D4C9D}" dt="2025-06-02T04:56:11.293" v="169" actId="21"/>
          <ac:spMkLst>
            <pc:docMk/>
            <pc:sldMk cId="3443974555" sldId="270"/>
            <ac:spMk id="14" creationId="{B687374B-EAFA-F498-4E92-5F2DC4B69E50}"/>
          </ac:spMkLst>
        </pc:spChg>
        <pc:spChg chg="add del mod">
          <ac:chgData name="Luis Enrique Cardozo Ramirez" userId="f5129c22-1525-4e3a-90c2-a88b17347b73" providerId="ADAL" clId="{A4C9CFDD-F166-4D73-A2D7-9C95815D4C9D}" dt="2025-06-02T04:56:24.923" v="173" actId="21"/>
          <ac:spMkLst>
            <pc:docMk/>
            <pc:sldMk cId="3443974555" sldId="270"/>
            <ac:spMk id="15" creationId="{56EF90B7-CC80-8AF1-2F17-22BFA30E7A51}"/>
          </ac:spMkLst>
        </pc:spChg>
        <pc:spChg chg="add del mod">
          <ac:chgData name="Luis Enrique Cardozo Ramirez" userId="f5129c22-1525-4e3a-90c2-a88b17347b73" providerId="ADAL" clId="{A4C9CFDD-F166-4D73-A2D7-9C95815D4C9D}" dt="2025-06-02T04:56:34.786" v="176" actId="21"/>
          <ac:spMkLst>
            <pc:docMk/>
            <pc:sldMk cId="3443974555" sldId="270"/>
            <ac:spMk id="16" creationId="{74D5B1F0-41AA-98FE-7E3C-7BBF03791A87}"/>
          </ac:spMkLst>
        </pc:spChg>
        <pc:graphicFrameChg chg="del">
          <ac:chgData name="Luis Enrique Cardozo Ramirez" userId="f5129c22-1525-4e3a-90c2-a88b17347b73" providerId="ADAL" clId="{A4C9CFDD-F166-4D73-A2D7-9C95815D4C9D}" dt="2025-06-02T04:51:29.439" v="114" actId="478"/>
          <ac:graphicFrameMkLst>
            <pc:docMk/>
            <pc:sldMk cId="3443974555" sldId="270"/>
            <ac:graphicFrameMk id="5" creationId="{F46A7800-3DA7-10BC-6841-2C49FBCAA343}"/>
          </ac:graphicFrameMkLst>
        </pc:graphicFrameChg>
        <pc:picChg chg="del">
          <ac:chgData name="Luis Enrique Cardozo Ramirez" userId="f5129c22-1525-4e3a-90c2-a88b17347b73" providerId="ADAL" clId="{A4C9CFDD-F166-4D73-A2D7-9C95815D4C9D}" dt="2025-06-02T04:51:41.098" v="116" actId="478"/>
          <ac:picMkLst>
            <pc:docMk/>
            <pc:sldMk cId="3443974555" sldId="270"/>
            <ac:picMk id="4" creationId="{BEB74862-D6B4-985E-03B2-A40D93F576C5}"/>
          </ac:picMkLst>
        </pc:picChg>
        <pc:picChg chg="add del mod">
          <ac:chgData name="Luis Enrique Cardozo Ramirez" userId="f5129c22-1525-4e3a-90c2-a88b17347b73" providerId="ADAL" clId="{A4C9CFDD-F166-4D73-A2D7-9C95815D4C9D}" dt="2025-06-02T05:25:04.642" v="239" actId="478"/>
          <ac:picMkLst>
            <pc:docMk/>
            <pc:sldMk cId="3443974555" sldId="270"/>
            <ac:picMk id="18" creationId="{BC665C1F-26C7-5571-4CE7-4EAB94CE1698}"/>
          </ac:picMkLst>
        </pc:picChg>
        <pc:picChg chg="add mod modCrop">
          <ac:chgData name="Luis Enrique Cardozo Ramirez" userId="f5129c22-1525-4e3a-90c2-a88b17347b73" providerId="ADAL" clId="{A4C9CFDD-F166-4D73-A2D7-9C95815D4C9D}" dt="2025-06-02T05:35:05.733" v="285" actId="1076"/>
          <ac:picMkLst>
            <pc:docMk/>
            <pc:sldMk cId="3443974555" sldId="270"/>
            <ac:picMk id="20" creationId="{8750AE59-AF3B-1B45-D8F0-D71CB3F59D9C}"/>
          </ac:picMkLst>
        </pc:picChg>
        <pc:picChg chg="add del mod modCrop">
          <ac:chgData name="Luis Enrique Cardozo Ramirez" userId="f5129c22-1525-4e3a-90c2-a88b17347b73" providerId="ADAL" clId="{A4C9CFDD-F166-4D73-A2D7-9C95815D4C9D}" dt="2025-06-02T05:35:13.149" v="286" actId="1076"/>
          <ac:picMkLst>
            <pc:docMk/>
            <pc:sldMk cId="3443974555" sldId="270"/>
            <ac:picMk id="22" creationId="{03A60315-BA05-0973-37A3-A758E4531086}"/>
          </ac:picMkLst>
        </pc:picChg>
        <pc:picChg chg="add del mod modCrop">
          <ac:chgData name="Luis Enrique Cardozo Ramirez" userId="f5129c22-1525-4e3a-90c2-a88b17347b73" providerId="ADAL" clId="{A4C9CFDD-F166-4D73-A2D7-9C95815D4C9D}" dt="2025-06-02T05:35:20.877" v="287" actId="1076"/>
          <ac:picMkLst>
            <pc:docMk/>
            <pc:sldMk cId="3443974555" sldId="270"/>
            <ac:picMk id="24" creationId="{220B8F61-1CD3-00E6-6697-6B98232D549C}"/>
          </ac:picMkLst>
        </pc:picChg>
      </pc:sldChg>
      <pc:sldChg chg="modSp mod">
        <pc:chgData name="Luis Enrique Cardozo Ramirez" userId="f5129c22-1525-4e3a-90c2-a88b17347b73" providerId="ADAL" clId="{A4C9CFDD-F166-4D73-A2D7-9C95815D4C9D}" dt="2025-06-02T15:12:37.988" v="515" actId="1036"/>
        <pc:sldMkLst>
          <pc:docMk/>
          <pc:sldMk cId="1562537042" sldId="271"/>
        </pc:sldMkLst>
        <pc:picChg chg="mod">
          <ac:chgData name="Luis Enrique Cardozo Ramirez" userId="f5129c22-1525-4e3a-90c2-a88b17347b73" providerId="ADAL" clId="{A4C9CFDD-F166-4D73-A2D7-9C95815D4C9D}" dt="2025-06-02T15:12:37.988" v="515" actId="1036"/>
          <ac:picMkLst>
            <pc:docMk/>
            <pc:sldMk cId="1562537042" sldId="271"/>
            <ac:picMk id="5" creationId="{BD25B80D-DEEF-E9B7-9D8A-7A4D0415D8EC}"/>
          </ac:picMkLst>
        </pc:picChg>
      </pc:sldChg>
      <pc:sldChg chg="modSp mod">
        <pc:chgData name="Luis Enrique Cardozo Ramirez" userId="f5129c22-1525-4e3a-90c2-a88b17347b73" providerId="ADAL" clId="{A4C9CFDD-F166-4D73-A2D7-9C95815D4C9D}" dt="2025-06-02T15:12:48.576" v="535" actId="1036"/>
        <pc:sldMkLst>
          <pc:docMk/>
          <pc:sldMk cId="2850899662" sldId="273"/>
        </pc:sldMkLst>
        <pc:picChg chg="mod">
          <ac:chgData name="Luis Enrique Cardozo Ramirez" userId="f5129c22-1525-4e3a-90c2-a88b17347b73" providerId="ADAL" clId="{A4C9CFDD-F166-4D73-A2D7-9C95815D4C9D}" dt="2025-06-02T15:12:48.576" v="535" actId="1036"/>
          <ac:picMkLst>
            <pc:docMk/>
            <pc:sldMk cId="2850899662" sldId="273"/>
            <ac:picMk id="5" creationId="{BE7B444D-23A9-BE02-6B4E-89D141288B26}"/>
          </ac:picMkLst>
        </pc:picChg>
      </pc:sldChg>
      <pc:sldChg chg="new">
        <pc:chgData name="Luis Enrique Cardozo Ramirez" userId="f5129c22-1525-4e3a-90c2-a88b17347b73" providerId="ADAL" clId="{A4C9CFDD-F166-4D73-A2D7-9C95815D4C9D}" dt="2025-06-02T05:19:04.236" v="224" actId="680"/>
        <pc:sldMkLst>
          <pc:docMk/>
          <pc:sldMk cId="3645677882" sldId="274"/>
        </pc:sldMkLst>
      </pc:sldChg>
      <pc:sldChg chg="new">
        <pc:chgData name="Luis Enrique Cardozo Ramirez" userId="f5129c22-1525-4e3a-90c2-a88b17347b73" providerId="ADAL" clId="{A4C9CFDD-F166-4D73-A2D7-9C95815D4C9D}" dt="2025-06-02T05:19:04.851" v="225" actId="680"/>
        <pc:sldMkLst>
          <pc:docMk/>
          <pc:sldMk cId="3532629282" sldId="275"/>
        </pc:sldMkLst>
      </pc:sldChg>
      <pc:sldChg chg="modSp mod">
        <pc:chgData name="Luis Enrique Cardozo Ramirez" userId="f5129c22-1525-4e3a-90c2-a88b17347b73" providerId="ADAL" clId="{A4C9CFDD-F166-4D73-A2D7-9C95815D4C9D}" dt="2025-06-02T15:13:02.919" v="536" actId="1076"/>
        <pc:sldMkLst>
          <pc:docMk/>
          <pc:sldMk cId="1130892763" sldId="276"/>
        </pc:sldMkLst>
        <pc:picChg chg="mod">
          <ac:chgData name="Luis Enrique Cardozo Ramirez" userId="f5129c22-1525-4e3a-90c2-a88b17347b73" providerId="ADAL" clId="{A4C9CFDD-F166-4D73-A2D7-9C95815D4C9D}" dt="2025-06-02T15:13:02.919" v="536" actId="1076"/>
          <ac:picMkLst>
            <pc:docMk/>
            <pc:sldMk cId="1130892763" sldId="276"/>
            <ac:picMk id="5" creationId="{4FF3D0C1-B8C3-7952-0BF1-C9B156125886}"/>
          </ac:picMkLst>
        </pc:picChg>
      </pc:sldChg>
      <pc:sldChg chg="modSp mod">
        <pc:chgData name="Luis Enrique Cardozo Ramirez" userId="f5129c22-1525-4e3a-90c2-a88b17347b73" providerId="ADAL" clId="{A4C9CFDD-F166-4D73-A2D7-9C95815D4C9D}" dt="2025-06-02T15:13:08.407" v="539" actId="1035"/>
        <pc:sldMkLst>
          <pc:docMk/>
          <pc:sldMk cId="76016303" sldId="277"/>
        </pc:sldMkLst>
        <pc:picChg chg="mod">
          <ac:chgData name="Luis Enrique Cardozo Ramirez" userId="f5129c22-1525-4e3a-90c2-a88b17347b73" providerId="ADAL" clId="{A4C9CFDD-F166-4D73-A2D7-9C95815D4C9D}" dt="2025-06-02T15:13:08.407" v="539" actId="1035"/>
          <ac:picMkLst>
            <pc:docMk/>
            <pc:sldMk cId="76016303" sldId="277"/>
            <ac:picMk id="5" creationId="{8BD83831-54E6-3DC0-0654-00F839900EF8}"/>
          </ac:picMkLst>
        </pc:picChg>
      </pc:sldChg>
      <pc:sldChg chg="addSp delSp modSp add mod">
        <pc:chgData name="Luis Enrique Cardozo Ramirez" userId="f5129c22-1525-4e3a-90c2-a88b17347b73" providerId="ADAL" clId="{A4C9CFDD-F166-4D73-A2D7-9C95815D4C9D}" dt="2025-06-02T07:31:30.434" v="468" actId="1076"/>
        <pc:sldMkLst>
          <pc:docMk/>
          <pc:sldMk cId="3717986441" sldId="279"/>
        </pc:sldMkLst>
        <pc:spChg chg="mod">
          <ac:chgData name="Luis Enrique Cardozo Ramirez" userId="f5129c22-1525-4e3a-90c2-a88b17347b73" providerId="ADAL" clId="{A4C9CFDD-F166-4D73-A2D7-9C95815D4C9D}" dt="2025-06-02T06:07:21.358" v="357" actId="20577"/>
          <ac:spMkLst>
            <pc:docMk/>
            <pc:sldMk cId="3717986441" sldId="279"/>
            <ac:spMk id="2" creationId="{9C029687-49CF-BD1B-1D49-0C30FF737C35}"/>
          </ac:spMkLst>
        </pc:spChg>
        <pc:spChg chg="del">
          <ac:chgData name="Luis Enrique Cardozo Ramirez" userId="f5129c22-1525-4e3a-90c2-a88b17347b73" providerId="ADAL" clId="{A4C9CFDD-F166-4D73-A2D7-9C95815D4C9D}" dt="2025-06-02T06:07:31.282" v="358" actId="478"/>
          <ac:spMkLst>
            <pc:docMk/>
            <pc:sldMk cId="3717986441" sldId="279"/>
            <ac:spMk id="40" creationId="{1BCFD2C3-BC33-2A0C-B096-2C955C5CDFAD}"/>
          </ac:spMkLst>
        </pc:spChg>
        <pc:spChg chg="del">
          <ac:chgData name="Luis Enrique Cardozo Ramirez" userId="f5129c22-1525-4e3a-90c2-a88b17347b73" providerId="ADAL" clId="{A4C9CFDD-F166-4D73-A2D7-9C95815D4C9D}" dt="2025-06-02T06:07:31.282" v="358" actId="478"/>
          <ac:spMkLst>
            <pc:docMk/>
            <pc:sldMk cId="3717986441" sldId="279"/>
            <ac:spMk id="41" creationId="{21D9F93A-5224-F8A3-2446-759E64E363E9}"/>
          </ac:spMkLst>
        </pc:spChg>
        <pc:spChg chg="del">
          <ac:chgData name="Luis Enrique Cardozo Ramirez" userId="f5129c22-1525-4e3a-90c2-a88b17347b73" providerId="ADAL" clId="{A4C9CFDD-F166-4D73-A2D7-9C95815D4C9D}" dt="2025-06-02T06:07:31.282" v="358" actId="478"/>
          <ac:spMkLst>
            <pc:docMk/>
            <pc:sldMk cId="3717986441" sldId="279"/>
            <ac:spMk id="43" creationId="{C0B12284-38F4-E354-1241-76CE2C41E7BB}"/>
          </ac:spMkLst>
        </pc:spChg>
        <pc:spChg chg="del">
          <ac:chgData name="Luis Enrique Cardozo Ramirez" userId="f5129c22-1525-4e3a-90c2-a88b17347b73" providerId="ADAL" clId="{A4C9CFDD-F166-4D73-A2D7-9C95815D4C9D}" dt="2025-06-02T06:07:31.282" v="358" actId="478"/>
          <ac:spMkLst>
            <pc:docMk/>
            <pc:sldMk cId="3717986441" sldId="279"/>
            <ac:spMk id="44" creationId="{058AA4C0-D728-1603-1C40-B39617ADE6C9}"/>
          </ac:spMkLst>
        </pc:spChg>
        <pc:spChg chg="del">
          <ac:chgData name="Luis Enrique Cardozo Ramirez" userId="f5129c22-1525-4e3a-90c2-a88b17347b73" providerId="ADAL" clId="{A4C9CFDD-F166-4D73-A2D7-9C95815D4C9D}" dt="2025-06-02T06:07:31.282" v="358" actId="478"/>
          <ac:spMkLst>
            <pc:docMk/>
            <pc:sldMk cId="3717986441" sldId="279"/>
            <ac:spMk id="45" creationId="{AAC6CF50-094F-F3C4-A78E-1341AAA144E6}"/>
          </ac:spMkLst>
        </pc:spChg>
        <pc:spChg chg="del">
          <ac:chgData name="Luis Enrique Cardozo Ramirez" userId="f5129c22-1525-4e3a-90c2-a88b17347b73" providerId="ADAL" clId="{A4C9CFDD-F166-4D73-A2D7-9C95815D4C9D}" dt="2025-06-02T06:07:31.282" v="358" actId="478"/>
          <ac:spMkLst>
            <pc:docMk/>
            <pc:sldMk cId="3717986441" sldId="279"/>
            <ac:spMk id="47" creationId="{CCD4D68C-FE33-4382-0522-B7EE3FC36959}"/>
          </ac:spMkLst>
        </pc:spChg>
        <pc:spChg chg="del">
          <ac:chgData name="Luis Enrique Cardozo Ramirez" userId="f5129c22-1525-4e3a-90c2-a88b17347b73" providerId="ADAL" clId="{A4C9CFDD-F166-4D73-A2D7-9C95815D4C9D}" dt="2025-06-02T06:11:33.562" v="359" actId="478"/>
          <ac:spMkLst>
            <pc:docMk/>
            <pc:sldMk cId="3717986441" sldId="279"/>
            <ac:spMk id="51" creationId="{B274CF24-87EF-0BB7-5B24-D6978EA26FAE}"/>
          </ac:spMkLst>
        </pc:spChg>
        <pc:picChg chg="add mod">
          <ac:chgData name="Luis Enrique Cardozo Ramirez" userId="f5129c22-1525-4e3a-90c2-a88b17347b73" providerId="ADAL" clId="{A4C9CFDD-F166-4D73-A2D7-9C95815D4C9D}" dt="2025-06-02T07:31:30.434" v="468" actId="1076"/>
          <ac:picMkLst>
            <pc:docMk/>
            <pc:sldMk cId="3717986441" sldId="279"/>
            <ac:picMk id="3" creationId="{3E054A4C-0432-E505-8957-C3C871AA90F2}"/>
          </ac:picMkLst>
        </pc:picChg>
        <pc:picChg chg="del">
          <ac:chgData name="Luis Enrique Cardozo Ramirez" userId="f5129c22-1525-4e3a-90c2-a88b17347b73" providerId="ADAL" clId="{A4C9CFDD-F166-4D73-A2D7-9C95815D4C9D}" dt="2025-06-02T06:04:25.107" v="326" actId="478"/>
          <ac:picMkLst>
            <pc:docMk/>
            <pc:sldMk cId="3717986441" sldId="279"/>
            <ac:picMk id="9" creationId="{C32142B2-ADA5-C177-2FB3-C9756E804F85}"/>
          </ac:picMkLst>
        </pc:picChg>
      </pc:sldChg>
      <pc:sldChg chg="addSp modSp add mod">
        <pc:chgData name="Luis Enrique Cardozo Ramirez" userId="f5129c22-1525-4e3a-90c2-a88b17347b73" providerId="ADAL" clId="{A4C9CFDD-F166-4D73-A2D7-9C95815D4C9D}" dt="2025-06-02T07:32:13.743" v="486"/>
        <pc:sldMkLst>
          <pc:docMk/>
          <pc:sldMk cId="918517426" sldId="280"/>
        </pc:sldMkLst>
        <pc:spChg chg="mod">
          <ac:chgData name="Luis Enrique Cardozo Ramirez" userId="f5129c22-1525-4e3a-90c2-a88b17347b73" providerId="ADAL" clId="{A4C9CFDD-F166-4D73-A2D7-9C95815D4C9D}" dt="2025-06-02T07:32:13.743" v="486"/>
          <ac:spMkLst>
            <pc:docMk/>
            <pc:sldMk cId="918517426" sldId="280"/>
            <ac:spMk id="2" creationId="{D500E089-B85C-8D6F-3153-EDFB9BAF3BE3}"/>
          </ac:spMkLst>
        </pc:spChg>
        <pc:spChg chg="add mod">
          <ac:chgData name="Luis Enrique Cardozo Ramirez" userId="f5129c22-1525-4e3a-90c2-a88b17347b73" providerId="ADAL" clId="{A4C9CFDD-F166-4D73-A2D7-9C95815D4C9D}" dt="2025-06-02T07:25:26.547" v="464" actId="20577"/>
          <ac:spMkLst>
            <pc:docMk/>
            <pc:sldMk cId="918517426" sldId="280"/>
            <ac:spMk id="3" creationId="{3AF9BC64-A110-2300-1B52-4B5DA5802BB9}"/>
          </ac:spMkLst>
        </pc:spChg>
      </pc:sldChg>
      <pc:sldChg chg="addSp modSp add mod">
        <pc:chgData name="Luis Enrique Cardozo Ramirez" userId="f5129c22-1525-4e3a-90c2-a88b17347b73" providerId="ADAL" clId="{A4C9CFDD-F166-4D73-A2D7-9C95815D4C9D}" dt="2025-06-02T07:31:41.723" v="472" actId="1076"/>
        <pc:sldMkLst>
          <pc:docMk/>
          <pc:sldMk cId="1658919489" sldId="281"/>
        </pc:sldMkLst>
        <pc:picChg chg="mod">
          <ac:chgData name="Luis Enrique Cardozo Ramirez" userId="f5129c22-1525-4e3a-90c2-a88b17347b73" providerId="ADAL" clId="{A4C9CFDD-F166-4D73-A2D7-9C95815D4C9D}" dt="2025-06-02T07:31:37.931" v="470" actId="1076"/>
          <ac:picMkLst>
            <pc:docMk/>
            <pc:sldMk cId="1658919489" sldId="281"/>
            <ac:picMk id="3" creationId="{A9251B19-9291-C62A-25A7-0832BF485F95}"/>
          </ac:picMkLst>
        </pc:picChg>
        <pc:picChg chg="add mod">
          <ac:chgData name="Luis Enrique Cardozo Ramirez" userId="f5129c22-1525-4e3a-90c2-a88b17347b73" providerId="ADAL" clId="{A4C9CFDD-F166-4D73-A2D7-9C95815D4C9D}" dt="2025-06-02T07:31:41.723" v="472" actId="1076"/>
          <ac:picMkLst>
            <pc:docMk/>
            <pc:sldMk cId="1658919489" sldId="281"/>
            <ac:picMk id="4" creationId="{C341597E-829F-D6AD-6571-8A8DACE1C86C}"/>
          </ac:picMkLst>
        </pc:picChg>
      </pc:sldChg>
      <pc:sldMasterChg chg="delSldLayout">
        <pc:chgData name="Luis Enrique Cardozo Ramirez" userId="f5129c22-1525-4e3a-90c2-a88b17347b73" providerId="ADAL" clId="{A4C9CFDD-F166-4D73-A2D7-9C95815D4C9D}" dt="2025-06-02T04:52:01.111" v="119" actId="2696"/>
        <pc:sldMasterMkLst>
          <pc:docMk/>
          <pc:sldMasterMk cId="682915400" sldId="2147483648"/>
        </pc:sldMasterMkLst>
        <pc:sldLayoutChg chg="del">
          <pc:chgData name="Luis Enrique Cardozo Ramirez" userId="f5129c22-1525-4e3a-90c2-a88b17347b73" providerId="ADAL" clId="{A4C9CFDD-F166-4D73-A2D7-9C95815D4C9D}" dt="2025-06-02T04:52:01.111" v="119" actId="2696"/>
          <pc:sldLayoutMkLst>
            <pc:docMk/>
            <pc:sldMasterMk cId="682915400" sldId="2147483648"/>
            <pc:sldLayoutMk cId="1186685367" sldId="2147483660"/>
          </pc:sldLayoutMkLst>
        </pc:sldLayoutChg>
        <pc:sldLayoutChg chg="del">
          <pc:chgData name="Luis Enrique Cardozo Ramirez" userId="f5129c22-1525-4e3a-90c2-a88b17347b73" providerId="ADAL" clId="{A4C9CFDD-F166-4D73-A2D7-9C95815D4C9D}" dt="2025-06-02T04:21:24.061" v="5" actId="2696"/>
          <pc:sldLayoutMkLst>
            <pc:docMk/>
            <pc:sldMasterMk cId="682915400" sldId="2147483648"/>
            <pc:sldLayoutMk cId="3936972758" sldId="2147483660"/>
          </pc:sldLayoutMkLst>
        </pc:sldLayoutChg>
      </pc:sldMasterChg>
    </pc:docChg>
  </pc:docChgLst>
  <pc:docChgLst>
    <pc:chgData name="David Fabian Tavera Gutierrez" userId="dcfcfd23-eea6-4537-a564-e0d24195ff8c" providerId="ADAL" clId="{989541DD-B028-454E-8DAC-2E6B62C37676}"/>
    <pc:docChg chg="undo custSel addSld delSld modSld sldOrd">
      <pc:chgData name="David Fabian Tavera Gutierrez" userId="dcfcfd23-eea6-4537-a564-e0d24195ff8c" providerId="ADAL" clId="{989541DD-B028-454E-8DAC-2E6B62C37676}" dt="2025-06-02T17:13:49.598" v="1141" actId="20577"/>
      <pc:docMkLst>
        <pc:docMk/>
      </pc:docMkLst>
      <pc:sldChg chg="ord modTransition">
        <pc:chgData name="David Fabian Tavera Gutierrez" userId="dcfcfd23-eea6-4537-a564-e0d24195ff8c" providerId="ADAL" clId="{989541DD-B028-454E-8DAC-2E6B62C37676}" dt="2025-06-02T17:07:01.561" v="1134"/>
        <pc:sldMkLst>
          <pc:docMk/>
          <pc:sldMk cId="2838590274" sldId="259"/>
        </pc:sldMkLst>
      </pc:sldChg>
      <pc:sldChg chg="addSp delSp modSp mod modTransition">
        <pc:chgData name="David Fabian Tavera Gutierrez" userId="dcfcfd23-eea6-4537-a564-e0d24195ff8c" providerId="ADAL" clId="{989541DD-B028-454E-8DAC-2E6B62C37676}" dt="2025-06-02T17:07:01.561" v="1134"/>
        <pc:sldMkLst>
          <pc:docMk/>
          <pc:sldMk cId="4052214363" sldId="265"/>
        </pc:sldMkLst>
        <pc:spChg chg="add del mod">
          <ac:chgData name="David Fabian Tavera Gutierrez" userId="dcfcfd23-eea6-4537-a564-e0d24195ff8c" providerId="ADAL" clId="{989541DD-B028-454E-8DAC-2E6B62C37676}" dt="2025-06-02T05:36:14.980" v="448"/>
          <ac:spMkLst>
            <pc:docMk/>
            <pc:sldMk cId="4052214363" sldId="265"/>
            <ac:spMk id="4" creationId="{4E345062-BA60-82C3-4028-229FF5BD94F3}"/>
          </ac:spMkLst>
        </pc:spChg>
        <pc:spChg chg="add del mod">
          <ac:chgData name="David Fabian Tavera Gutierrez" userId="dcfcfd23-eea6-4537-a564-e0d24195ff8c" providerId="ADAL" clId="{989541DD-B028-454E-8DAC-2E6B62C37676}" dt="2025-06-02T05:40:24.519" v="479" actId="11529"/>
          <ac:spMkLst>
            <pc:docMk/>
            <pc:sldMk cId="4052214363" sldId="265"/>
            <ac:spMk id="5" creationId="{6D6EB9D0-06E5-EF2B-679B-AD7849DC381A}"/>
          </ac:spMkLst>
        </pc:spChg>
        <pc:spChg chg="mod">
          <ac:chgData name="David Fabian Tavera Gutierrez" userId="dcfcfd23-eea6-4537-a564-e0d24195ff8c" providerId="ADAL" clId="{989541DD-B028-454E-8DAC-2E6B62C37676}" dt="2025-06-02T05:52:43.897" v="765" actId="1076"/>
          <ac:spMkLst>
            <pc:docMk/>
            <pc:sldMk cId="4052214363" sldId="265"/>
            <ac:spMk id="40" creationId="{0C3A28BB-9675-8648-9563-A663628F48F5}"/>
          </ac:spMkLst>
        </pc:spChg>
        <pc:spChg chg="mod">
          <ac:chgData name="David Fabian Tavera Gutierrez" userId="dcfcfd23-eea6-4537-a564-e0d24195ff8c" providerId="ADAL" clId="{989541DD-B028-454E-8DAC-2E6B62C37676}" dt="2025-06-02T05:52:43.897" v="765" actId="1076"/>
          <ac:spMkLst>
            <pc:docMk/>
            <pc:sldMk cId="4052214363" sldId="265"/>
            <ac:spMk id="41" creationId="{516D502C-EEB8-7641-9141-D6049BAE3252}"/>
          </ac:spMkLst>
        </pc:spChg>
        <pc:spChg chg="mod">
          <ac:chgData name="David Fabian Tavera Gutierrez" userId="dcfcfd23-eea6-4537-a564-e0d24195ff8c" providerId="ADAL" clId="{989541DD-B028-454E-8DAC-2E6B62C37676}" dt="2025-06-02T05:52:43.897" v="765" actId="1076"/>
          <ac:spMkLst>
            <pc:docMk/>
            <pc:sldMk cId="4052214363" sldId="265"/>
            <ac:spMk id="43" creationId="{E3BF4CBA-96D8-844A-846E-482C93C4A9BA}"/>
          </ac:spMkLst>
        </pc:spChg>
        <pc:spChg chg="mod">
          <ac:chgData name="David Fabian Tavera Gutierrez" userId="dcfcfd23-eea6-4537-a564-e0d24195ff8c" providerId="ADAL" clId="{989541DD-B028-454E-8DAC-2E6B62C37676}" dt="2025-06-02T05:52:43.897" v="765" actId="1076"/>
          <ac:spMkLst>
            <pc:docMk/>
            <pc:sldMk cId="4052214363" sldId="265"/>
            <ac:spMk id="44" creationId="{4EE65486-1766-B74A-9043-DE141DDF4363}"/>
          </ac:spMkLst>
        </pc:spChg>
        <pc:spChg chg="mod">
          <ac:chgData name="David Fabian Tavera Gutierrez" userId="dcfcfd23-eea6-4537-a564-e0d24195ff8c" providerId="ADAL" clId="{989541DD-B028-454E-8DAC-2E6B62C37676}" dt="2025-06-02T05:52:43.897" v="765" actId="1076"/>
          <ac:spMkLst>
            <pc:docMk/>
            <pc:sldMk cId="4052214363" sldId="265"/>
            <ac:spMk id="45" creationId="{7BB2B4E3-317E-FC4B-B166-28E804B11BF6}"/>
          </ac:spMkLst>
        </pc:spChg>
        <pc:spChg chg="mod">
          <ac:chgData name="David Fabian Tavera Gutierrez" userId="dcfcfd23-eea6-4537-a564-e0d24195ff8c" providerId="ADAL" clId="{989541DD-B028-454E-8DAC-2E6B62C37676}" dt="2025-06-02T05:52:43.897" v="765" actId="1076"/>
          <ac:spMkLst>
            <pc:docMk/>
            <pc:sldMk cId="4052214363" sldId="265"/>
            <ac:spMk id="47" creationId="{04248951-1086-2B45-ACBA-B055B8A9B128}"/>
          </ac:spMkLst>
        </pc:spChg>
        <pc:spChg chg="del">
          <ac:chgData name="David Fabian Tavera Gutierrez" userId="dcfcfd23-eea6-4537-a564-e0d24195ff8c" providerId="ADAL" clId="{989541DD-B028-454E-8DAC-2E6B62C37676}" dt="2025-06-02T05:37:00.134" v="453" actId="478"/>
          <ac:spMkLst>
            <pc:docMk/>
            <pc:sldMk cId="4052214363" sldId="265"/>
            <ac:spMk id="48" creationId="{F1C23E2A-8D82-9F46-B7C2-83771AA0906F}"/>
          </ac:spMkLst>
        </pc:spChg>
        <pc:spChg chg="del">
          <ac:chgData name="David Fabian Tavera Gutierrez" userId="dcfcfd23-eea6-4537-a564-e0d24195ff8c" providerId="ADAL" clId="{989541DD-B028-454E-8DAC-2E6B62C37676}" dt="2025-06-02T05:36:57.929" v="452" actId="478"/>
          <ac:spMkLst>
            <pc:docMk/>
            <pc:sldMk cId="4052214363" sldId="265"/>
            <ac:spMk id="50" creationId="{985448E7-EE20-F14F-97AC-EA8BFD8FBA7F}"/>
          </ac:spMkLst>
        </pc:spChg>
        <pc:spChg chg="mod">
          <ac:chgData name="David Fabian Tavera Gutierrez" userId="dcfcfd23-eea6-4537-a564-e0d24195ff8c" providerId="ADAL" clId="{989541DD-B028-454E-8DAC-2E6B62C37676}" dt="2025-06-02T05:52:43.897" v="765" actId="1076"/>
          <ac:spMkLst>
            <pc:docMk/>
            <pc:sldMk cId="4052214363" sldId="265"/>
            <ac:spMk id="51" creationId="{A6D40621-9F60-B248-A84C-7DCBF898D4DB}"/>
          </ac:spMkLst>
        </pc:spChg>
        <pc:grpChg chg="del">
          <ac:chgData name="David Fabian Tavera Gutierrez" userId="dcfcfd23-eea6-4537-a564-e0d24195ff8c" providerId="ADAL" clId="{989541DD-B028-454E-8DAC-2E6B62C37676}" dt="2025-06-02T05:38:41.811" v="471" actId="478"/>
          <ac:grpSpMkLst>
            <pc:docMk/>
            <pc:sldMk cId="4052214363" sldId="265"/>
            <ac:grpSpMk id="3" creationId="{1D4EB0E6-31C2-46F7-ABD3-ECF41DD1412C}"/>
          </ac:grpSpMkLst>
        </pc:grpChg>
        <pc:picChg chg="add del mod">
          <ac:chgData name="David Fabian Tavera Gutierrez" userId="dcfcfd23-eea6-4537-a564-e0d24195ff8c" providerId="ADAL" clId="{989541DD-B028-454E-8DAC-2E6B62C37676}" dt="2025-06-02T05:42:31.860" v="488" actId="478"/>
          <ac:picMkLst>
            <pc:docMk/>
            <pc:sldMk cId="4052214363" sldId="265"/>
            <ac:picMk id="6" creationId="{81776FD8-8E6F-3F09-651D-ED6D6AA3456D}"/>
          </ac:picMkLst>
        </pc:picChg>
        <pc:picChg chg="add del mod">
          <ac:chgData name="David Fabian Tavera Gutierrez" userId="dcfcfd23-eea6-4537-a564-e0d24195ff8c" providerId="ADAL" clId="{989541DD-B028-454E-8DAC-2E6B62C37676}" dt="2025-06-02T05:59:20.402" v="774" actId="478"/>
          <ac:picMkLst>
            <pc:docMk/>
            <pc:sldMk cId="4052214363" sldId="265"/>
            <ac:picMk id="8" creationId="{130E19FC-09D0-5538-E05C-F69480D97380}"/>
          </ac:picMkLst>
        </pc:picChg>
        <pc:picChg chg="mod">
          <ac:chgData name="David Fabian Tavera Gutierrez" userId="dcfcfd23-eea6-4537-a564-e0d24195ff8c" providerId="ADAL" clId="{989541DD-B028-454E-8DAC-2E6B62C37676}" dt="2025-06-02T06:01:31.837" v="786" actId="22194"/>
          <ac:picMkLst>
            <pc:docMk/>
            <pc:sldMk cId="4052214363" sldId="265"/>
            <ac:picMk id="9" creationId="{B1E43F33-F373-5BA1-2021-DFB9065B4A4F}"/>
          </ac:picMkLst>
        </pc:picChg>
        <pc:cxnChg chg="mod">
          <ac:chgData name="David Fabian Tavera Gutierrez" userId="dcfcfd23-eea6-4537-a564-e0d24195ff8c" providerId="ADAL" clId="{989541DD-B028-454E-8DAC-2E6B62C37676}" dt="2025-06-02T05:38:41.811" v="471" actId="478"/>
          <ac:cxnSpMkLst>
            <pc:docMk/>
            <pc:sldMk cId="4052214363" sldId="265"/>
            <ac:cxnSpMk id="31" creationId="{D39C1A7A-D3C2-4440-A9CA-24ECB53715BB}"/>
          </ac:cxnSpMkLst>
        </pc:cxnChg>
        <pc:cxnChg chg="del">
          <ac:chgData name="David Fabian Tavera Gutierrez" userId="dcfcfd23-eea6-4537-a564-e0d24195ff8c" providerId="ADAL" clId="{989541DD-B028-454E-8DAC-2E6B62C37676}" dt="2025-06-02T05:38:30.912" v="470" actId="478"/>
          <ac:cxnSpMkLst>
            <pc:docMk/>
            <pc:sldMk cId="4052214363" sldId="265"/>
            <ac:cxnSpMk id="32" creationId="{5CAB83FA-6282-AE4B-ABB9-619FD4620C40}"/>
          </ac:cxnSpMkLst>
        </pc:cxnChg>
        <pc:cxnChg chg="mod">
          <ac:chgData name="David Fabian Tavera Gutierrez" userId="dcfcfd23-eea6-4537-a564-e0d24195ff8c" providerId="ADAL" clId="{989541DD-B028-454E-8DAC-2E6B62C37676}" dt="2025-06-02T05:38:41.811" v="471" actId="478"/>
          <ac:cxnSpMkLst>
            <pc:docMk/>
            <pc:sldMk cId="4052214363" sldId="265"/>
            <ac:cxnSpMk id="33" creationId="{8D0C2EA0-627C-7346-86F2-A9A5BFEA9186}"/>
          </ac:cxnSpMkLst>
        </pc:cxnChg>
      </pc:sldChg>
      <pc:sldChg chg="modSp mod ord modTransition">
        <pc:chgData name="David Fabian Tavera Gutierrez" userId="dcfcfd23-eea6-4537-a564-e0d24195ff8c" providerId="ADAL" clId="{989541DD-B028-454E-8DAC-2E6B62C37676}" dt="2025-06-02T17:07:01.561" v="1134"/>
        <pc:sldMkLst>
          <pc:docMk/>
          <pc:sldMk cId="1079432290" sldId="266"/>
        </pc:sldMkLst>
        <pc:spChg chg="mod">
          <ac:chgData name="David Fabian Tavera Gutierrez" userId="dcfcfd23-eea6-4537-a564-e0d24195ff8c" providerId="ADAL" clId="{989541DD-B028-454E-8DAC-2E6B62C37676}" dt="2025-06-02T15:43:58.119" v="1049" actId="1076"/>
          <ac:spMkLst>
            <pc:docMk/>
            <pc:sldMk cId="1079432290" sldId="266"/>
            <ac:spMk id="3" creationId="{4B3C1D5B-11AC-48D7-B0A0-63BC88617D64}"/>
          </ac:spMkLst>
        </pc:spChg>
      </pc:sldChg>
      <pc:sldChg chg="setBg">
        <pc:chgData name="David Fabian Tavera Gutierrez" userId="dcfcfd23-eea6-4537-a564-e0d24195ff8c" providerId="ADAL" clId="{989541DD-B028-454E-8DAC-2E6B62C37676}" dt="2025-06-02T04:50:08.169" v="16"/>
        <pc:sldMkLst>
          <pc:docMk/>
          <pc:sldMk cId="0" sldId="268"/>
        </pc:sldMkLst>
      </pc:sldChg>
      <pc:sldChg chg="modSp mod modTransition">
        <pc:chgData name="David Fabian Tavera Gutierrez" userId="dcfcfd23-eea6-4537-a564-e0d24195ff8c" providerId="ADAL" clId="{989541DD-B028-454E-8DAC-2E6B62C37676}" dt="2025-06-02T17:07:01.561" v="1134"/>
        <pc:sldMkLst>
          <pc:docMk/>
          <pc:sldMk cId="3443974555" sldId="270"/>
        </pc:sldMkLst>
        <pc:spChg chg="mod">
          <ac:chgData name="David Fabian Tavera Gutierrez" userId="dcfcfd23-eea6-4537-a564-e0d24195ff8c" providerId="ADAL" clId="{989541DD-B028-454E-8DAC-2E6B62C37676}" dt="2025-06-02T04:52:18.143" v="20" actId="207"/>
          <ac:spMkLst>
            <pc:docMk/>
            <pc:sldMk cId="3443974555" sldId="270"/>
            <ac:spMk id="2" creationId="{B9B22CB7-3F3F-DD8C-0653-C421E5932649}"/>
          </ac:spMkLst>
        </pc:spChg>
      </pc:sldChg>
      <pc:sldChg chg="addSp delSp modSp add mod ord modTransition">
        <pc:chgData name="David Fabian Tavera Gutierrez" userId="dcfcfd23-eea6-4537-a564-e0d24195ff8c" providerId="ADAL" clId="{989541DD-B028-454E-8DAC-2E6B62C37676}" dt="2025-06-02T17:07:01.561" v="1134"/>
        <pc:sldMkLst>
          <pc:docMk/>
          <pc:sldMk cId="1562537042" sldId="271"/>
        </pc:sldMkLst>
        <pc:spChg chg="mod">
          <ac:chgData name="David Fabian Tavera Gutierrez" userId="dcfcfd23-eea6-4537-a564-e0d24195ff8c" providerId="ADAL" clId="{989541DD-B028-454E-8DAC-2E6B62C37676}" dt="2025-06-02T05:24:24.526" v="311"/>
          <ac:spMkLst>
            <pc:docMk/>
            <pc:sldMk cId="1562537042" sldId="271"/>
            <ac:spMk id="2" creationId="{1E68BD35-AF6C-1B53-13D6-9AE501E25746}"/>
          </ac:spMkLst>
        </pc:spChg>
        <pc:spChg chg="mod">
          <ac:chgData name="David Fabian Tavera Gutierrez" userId="dcfcfd23-eea6-4537-a564-e0d24195ff8c" providerId="ADAL" clId="{989541DD-B028-454E-8DAC-2E6B62C37676}" dt="2025-06-02T15:37:05.496" v="1046" actId="20577"/>
          <ac:spMkLst>
            <pc:docMk/>
            <pc:sldMk cId="1562537042" sldId="271"/>
            <ac:spMk id="3" creationId="{537E4B9D-E211-D888-9A19-D94ED6E33024}"/>
          </ac:spMkLst>
        </pc:spChg>
        <pc:picChg chg="add mod modCrop">
          <ac:chgData name="David Fabian Tavera Gutierrez" userId="dcfcfd23-eea6-4537-a564-e0d24195ff8c" providerId="ADAL" clId="{989541DD-B028-454E-8DAC-2E6B62C37676}" dt="2025-06-02T05:16:40.251" v="285" actId="1076"/>
          <ac:picMkLst>
            <pc:docMk/>
            <pc:sldMk cId="1562537042" sldId="271"/>
            <ac:picMk id="5" creationId="{BD25B80D-DEEF-E9B7-9D8A-7A4D0415D8EC}"/>
          </ac:picMkLst>
        </pc:picChg>
        <pc:picChg chg="del">
          <ac:chgData name="David Fabian Tavera Gutierrez" userId="dcfcfd23-eea6-4537-a564-e0d24195ff8c" providerId="ADAL" clId="{989541DD-B028-454E-8DAC-2E6B62C37676}" dt="2025-06-02T05:14:18.293" v="277" actId="478"/>
          <ac:picMkLst>
            <pc:docMk/>
            <pc:sldMk cId="1562537042" sldId="271"/>
            <ac:picMk id="11" creationId="{7FA091EF-CFC8-6887-DB25-404FC2202B74}"/>
          </ac:picMkLst>
        </pc:picChg>
      </pc:sldChg>
      <pc:sldChg chg="modSp add del mod">
        <pc:chgData name="David Fabian Tavera Gutierrez" userId="dcfcfd23-eea6-4537-a564-e0d24195ff8c" providerId="ADAL" clId="{989541DD-B028-454E-8DAC-2E6B62C37676}" dt="2025-06-02T05:20:57.301" v="299" actId="47"/>
        <pc:sldMkLst>
          <pc:docMk/>
          <pc:sldMk cId="3909243747" sldId="272"/>
        </pc:sldMkLst>
        <pc:picChg chg="mod">
          <ac:chgData name="David Fabian Tavera Gutierrez" userId="dcfcfd23-eea6-4537-a564-e0d24195ff8c" providerId="ADAL" clId="{989541DD-B028-454E-8DAC-2E6B62C37676}" dt="2025-06-02T05:18:31.750" v="291" actId="14826"/>
          <ac:picMkLst>
            <pc:docMk/>
            <pc:sldMk cId="3909243747" sldId="272"/>
            <ac:picMk id="5" creationId="{10D856E2-2763-C09B-3195-493BEE65EAC5}"/>
          </ac:picMkLst>
        </pc:picChg>
      </pc:sldChg>
      <pc:sldChg chg="modSp add mod modTransition">
        <pc:chgData name="David Fabian Tavera Gutierrez" userId="dcfcfd23-eea6-4537-a564-e0d24195ff8c" providerId="ADAL" clId="{989541DD-B028-454E-8DAC-2E6B62C37676}" dt="2025-06-02T17:07:01.561" v="1134"/>
        <pc:sldMkLst>
          <pc:docMk/>
          <pc:sldMk cId="2850899662" sldId="273"/>
        </pc:sldMkLst>
        <pc:spChg chg="mod">
          <ac:chgData name="David Fabian Tavera Gutierrez" userId="dcfcfd23-eea6-4537-a564-e0d24195ff8c" providerId="ADAL" clId="{989541DD-B028-454E-8DAC-2E6B62C37676}" dt="2025-06-02T05:36:33.987" v="449"/>
          <ac:spMkLst>
            <pc:docMk/>
            <pc:sldMk cId="2850899662" sldId="273"/>
            <ac:spMk id="2" creationId="{2AD55A9D-7DCF-F6E9-74AF-E74352ECD38F}"/>
          </ac:spMkLst>
        </pc:spChg>
        <pc:picChg chg="mod">
          <ac:chgData name="David Fabian Tavera Gutierrez" userId="dcfcfd23-eea6-4537-a564-e0d24195ff8c" providerId="ADAL" clId="{989541DD-B028-454E-8DAC-2E6B62C37676}" dt="2025-06-02T05:19:36.997" v="294" actId="14826"/>
          <ac:picMkLst>
            <pc:docMk/>
            <pc:sldMk cId="2850899662" sldId="273"/>
            <ac:picMk id="5" creationId="{BE7B444D-23A9-BE02-6B4E-89D141288B26}"/>
          </ac:picMkLst>
        </pc:picChg>
      </pc:sldChg>
      <pc:sldChg chg="del">
        <pc:chgData name="David Fabian Tavera Gutierrez" userId="dcfcfd23-eea6-4537-a564-e0d24195ff8c" providerId="ADAL" clId="{989541DD-B028-454E-8DAC-2E6B62C37676}" dt="2025-06-02T05:20:46.412" v="298" actId="47"/>
        <pc:sldMkLst>
          <pc:docMk/>
          <pc:sldMk cId="3645677882" sldId="274"/>
        </pc:sldMkLst>
      </pc:sldChg>
      <pc:sldChg chg="del">
        <pc:chgData name="David Fabian Tavera Gutierrez" userId="dcfcfd23-eea6-4537-a564-e0d24195ff8c" providerId="ADAL" clId="{989541DD-B028-454E-8DAC-2E6B62C37676}" dt="2025-06-02T05:20:42.608" v="297" actId="47"/>
        <pc:sldMkLst>
          <pc:docMk/>
          <pc:sldMk cId="3532629282" sldId="275"/>
        </pc:sldMkLst>
      </pc:sldChg>
      <pc:sldChg chg="addSp delSp modSp add mod modTransition">
        <pc:chgData name="David Fabian Tavera Gutierrez" userId="dcfcfd23-eea6-4537-a564-e0d24195ff8c" providerId="ADAL" clId="{989541DD-B028-454E-8DAC-2E6B62C37676}" dt="2025-06-02T17:07:01.561" v="1134"/>
        <pc:sldMkLst>
          <pc:docMk/>
          <pc:sldMk cId="1130892763" sldId="276"/>
        </pc:sldMkLst>
        <pc:spChg chg="mod">
          <ac:chgData name="David Fabian Tavera Gutierrez" userId="dcfcfd23-eea6-4537-a564-e0d24195ff8c" providerId="ADAL" clId="{989541DD-B028-454E-8DAC-2E6B62C37676}" dt="2025-06-02T05:36:43.499" v="451"/>
          <ac:spMkLst>
            <pc:docMk/>
            <pc:sldMk cId="1130892763" sldId="276"/>
            <ac:spMk id="2" creationId="{14514CE8-FB3B-B982-5638-5D739DD641D3}"/>
          </ac:spMkLst>
        </pc:spChg>
        <pc:picChg chg="add del mod modCrop">
          <ac:chgData name="David Fabian Tavera Gutierrez" userId="dcfcfd23-eea6-4537-a564-e0d24195ff8c" providerId="ADAL" clId="{989541DD-B028-454E-8DAC-2E6B62C37676}" dt="2025-06-02T05:22:11.948" v="306" actId="14100"/>
          <ac:picMkLst>
            <pc:docMk/>
            <pc:sldMk cId="1130892763" sldId="276"/>
            <ac:picMk id="5" creationId="{4FF3D0C1-B8C3-7952-0BF1-C9B156125886}"/>
          </ac:picMkLst>
        </pc:picChg>
      </pc:sldChg>
      <pc:sldChg chg="modSp add mod modTransition">
        <pc:chgData name="David Fabian Tavera Gutierrez" userId="dcfcfd23-eea6-4537-a564-e0d24195ff8c" providerId="ADAL" clId="{989541DD-B028-454E-8DAC-2E6B62C37676}" dt="2025-06-02T17:07:01.561" v="1134"/>
        <pc:sldMkLst>
          <pc:docMk/>
          <pc:sldMk cId="76016303" sldId="277"/>
        </pc:sldMkLst>
        <pc:spChg chg="mod">
          <ac:chgData name="David Fabian Tavera Gutierrez" userId="dcfcfd23-eea6-4537-a564-e0d24195ff8c" providerId="ADAL" clId="{989541DD-B028-454E-8DAC-2E6B62C37676}" dt="2025-06-02T05:36:37.584" v="450"/>
          <ac:spMkLst>
            <pc:docMk/>
            <pc:sldMk cId="76016303" sldId="277"/>
            <ac:spMk id="2" creationId="{BFDE42E6-D7DA-2C47-3A7B-F3683A2DDD70}"/>
          </ac:spMkLst>
        </pc:spChg>
        <pc:picChg chg="mod modCrop">
          <ac:chgData name="David Fabian Tavera Gutierrez" userId="dcfcfd23-eea6-4537-a564-e0d24195ff8c" providerId="ADAL" clId="{989541DD-B028-454E-8DAC-2E6B62C37676}" dt="2025-06-02T05:24:08.661" v="310" actId="732"/>
          <ac:picMkLst>
            <pc:docMk/>
            <pc:sldMk cId="76016303" sldId="277"/>
            <ac:picMk id="5" creationId="{8BD83831-54E6-3DC0-0654-00F839900EF8}"/>
          </ac:picMkLst>
        </pc:picChg>
      </pc:sldChg>
      <pc:sldChg chg="addSp delSp modSp add del mod">
        <pc:chgData name="David Fabian Tavera Gutierrez" userId="dcfcfd23-eea6-4537-a564-e0d24195ff8c" providerId="ADAL" clId="{989541DD-B028-454E-8DAC-2E6B62C37676}" dt="2025-06-02T13:05:33.288" v="787" actId="47"/>
        <pc:sldMkLst>
          <pc:docMk/>
          <pc:sldMk cId="2585389294" sldId="278"/>
        </pc:sldMkLst>
        <pc:spChg chg="mod">
          <ac:chgData name="David Fabian Tavera Gutierrez" userId="dcfcfd23-eea6-4537-a564-e0d24195ff8c" providerId="ADAL" clId="{989541DD-B028-454E-8DAC-2E6B62C37676}" dt="2025-06-02T05:28:13.242" v="323" actId="207"/>
          <ac:spMkLst>
            <pc:docMk/>
            <pc:sldMk cId="2585389294" sldId="278"/>
            <ac:spMk id="5" creationId="{4AA93BCF-57B4-9778-2A1A-0371A0330B72}"/>
          </ac:spMkLst>
        </pc:spChg>
        <pc:spChg chg="mod">
          <ac:chgData name="David Fabian Tavera Gutierrez" userId="dcfcfd23-eea6-4537-a564-e0d24195ff8c" providerId="ADAL" clId="{989541DD-B028-454E-8DAC-2E6B62C37676}" dt="2025-06-02T05:28:13.242" v="323" actId="207"/>
          <ac:spMkLst>
            <pc:docMk/>
            <pc:sldMk cId="2585389294" sldId="278"/>
            <ac:spMk id="6" creationId="{2D5FA5CE-8659-23C5-171B-930F727CC609}"/>
          </ac:spMkLst>
        </pc:spChg>
        <pc:spChg chg="mod">
          <ac:chgData name="David Fabian Tavera Gutierrez" userId="dcfcfd23-eea6-4537-a564-e0d24195ff8c" providerId="ADAL" clId="{989541DD-B028-454E-8DAC-2E6B62C37676}" dt="2025-06-02T05:28:13.242" v="323" actId="207"/>
          <ac:spMkLst>
            <pc:docMk/>
            <pc:sldMk cId="2585389294" sldId="278"/>
            <ac:spMk id="13" creationId="{A054E9A7-E7CE-6114-1059-D00A9B61B52D}"/>
          </ac:spMkLst>
        </pc:spChg>
        <pc:spChg chg="mod">
          <ac:chgData name="David Fabian Tavera Gutierrez" userId="dcfcfd23-eea6-4537-a564-e0d24195ff8c" providerId="ADAL" clId="{989541DD-B028-454E-8DAC-2E6B62C37676}" dt="2025-06-02T05:28:13.242" v="323" actId="207"/>
          <ac:spMkLst>
            <pc:docMk/>
            <pc:sldMk cId="2585389294" sldId="278"/>
            <ac:spMk id="14" creationId="{05F71C95-ECE0-4798-841B-3BB23C91FA81}"/>
          </ac:spMkLst>
        </pc:spChg>
        <pc:spChg chg="mod">
          <ac:chgData name="David Fabian Tavera Gutierrez" userId="dcfcfd23-eea6-4537-a564-e0d24195ff8c" providerId="ADAL" clId="{989541DD-B028-454E-8DAC-2E6B62C37676}" dt="2025-06-02T05:28:13.242" v="323" actId="207"/>
          <ac:spMkLst>
            <pc:docMk/>
            <pc:sldMk cId="2585389294" sldId="278"/>
            <ac:spMk id="15" creationId="{F840ACD2-ECB5-917E-9290-CF2801922B04}"/>
          </ac:spMkLst>
        </pc:spChg>
        <pc:spChg chg="mod">
          <ac:chgData name="David Fabian Tavera Gutierrez" userId="dcfcfd23-eea6-4537-a564-e0d24195ff8c" providerId="ADAL" clId="{989541DD-B028-454E-8DAC-2E6B62C37676}" dt="2025-06-02T05:28:30.681" v="324" actId="207"/>
          <ac:spMkLst>
            <pc:docMk/>
            <pc:sldMk cId="2585389294" sldId="278"/>
            <ac:spMk id="16" creationId="{15DD3FEB-56BA-8269-C5F6-EB1C907F28BB}"/>
          </ac:spMkLst>
        </pc:spChg>
        <pc:spChg chg="mod">
          <ac:chgData name="David Fabian Tavera Gutierrez" userId="dcfcfd23-eea6-4537-a564-e0d24195ff8c" providerId="ADAL" clId="{989541DD-B028-454E-8DAC-2E6B62C37676}" dt="2025-06-02T05:28:13.242" v="323" actId="207"/>
          <ac:spMkLst>
            <pc:docMk/>
            <pc:sldMk cId="2585389294" sldId="278"/>
            <ac:spMk id="17" creationId="{710F3341-63DC-7A78-C607-AAA230F38782}"/>
          </ac:spMkLst>
        </pc:spChg>
        <pc:grpChg chg="add mod">
          <ac:chgData name="David Fabian Tavera Gutierrez" userId="dcfcfd23-eea6-4537-a564-e0d24195ff8c" providerId="ADAL" clId="{989541DD-B028-454E-8DAC-2E6B62C37676}" dt="2025-06-02T05:28:32.160" v="328" actId="14100"/>
          <ac:grpSpMkLst>
            <pc:docMk/>
            <pc:sldMk cId="2585389294" sldId="278"/>
            <ac:grpSpMk id="4" creationId="{5AFFC186-7F90-F4BD-6BA2-37FD26535C71}"/>
          </ac:grpSpMkLst>
        </pc:grpChg>
        <pc:picChg chg="add mod">
          <ac:chgData name="David Fabian Tavera Gutierrez" userId="dcfcfd23-eea6-4537-a564-e0d24195ff8c" providerId="ADAL" clId="{989541DD-B028-454E-8DAC-2E6B62C37676}" dt="2025-06-02T05:27:35.533" v="316" actId="14100"/>
          <ac:picMkLst>
            <pc:docMk/>
            <pc:sldMk cId="2585389294" sldId="278"/>
            <ac:picMk id="3" creationId="{47D50D2E-A83A-1171-527E-BD5DAF2E6D11}"/>
          </ac:picMkLst>
        </pc:picChg>
        <pc:picChg chg="add mod">
          <ac:chgData name="David Fabian Tavera Gutierrez" userId="dcfcfd23-eea6-4537-a564-e0d24195ff8c" providerId="ADAL" clId="{989541DD-B028-454E-8DAC-2E6B62C37676}" dt="2025-06-02T05:31:42.305" v="337" actId="1076"/>
          <ac:picMkLst>
            <pc:docMk/>
            <pc:sldMk cId="2585389294" sldId="278"/>
            <ac:picMk id="19" creationId="{DFE3290D-4D47-E93B-57CA-7E28DA47AEBC}"/>
          </ac:picMkLst>
        </pc:picChg>
        <pc:picChg chg="del">
          <ac:chgData name="David Fabian Tavera Gutierrez" userId="dcfcfd23-eea6-4537-a564-e0d24195ff8c" providerId="ADAL" clId="{989541DD-B028-454E-8DAC-2E6B62C37676}" dt="2025-06-02T05:27:27.310" v="313" actId="478"/>
          <ac:picMkLst>
            <pc:docMk/>
            <pc:sldMk cId="2585389294" sldId="278"/>
            <ac:picMk id="20" creationId="{591817DE-1D9B-D4A1-825A-F5AE1852B42C}"/>
          </ac:picMkLst>
        </pc:picChg>
        <pc:picChg chg="add mod">
          <ac:chgData name="David Fabian Tavera Gutierrez" userId="dcfcfd23-eea6-4537-a564-e0d24195ff8c" providerId="ADAL" clId="{989541DD-B028-454E-8DAC-2E6B62C37676}" dt="2025-06-02T05:31:36.196" v="336" actId="1076"/>
          <ac:picMkLst>
            <pc:docMk/>
            <pc:sldMk cId="2585389294" sldId="278"/>
            <ac:picMk id="22" creationId="{7E8CC236-D693-C5F9-2C8D-DC6CF83ED10E}"/>
          </ac:picMkLst>
        </pc:picChg>
      </pc:sldChg>
      <pc:sldChg chg="modSp mod modTransition">
        <pc:chgData name="David Fabian Tavera Gutierrez" userId="dcfcfd23-eea6-4537-a564-e0d24195ff8c" providerId="ADAL" clId="{989541DD-B028-454E-8DAC-2E6B62C37676}" dt="2025-06-02T17:07:01.561" v="1134"/>
        <pc:sldMkLst>
          <pc:docMk/>
          <pc:sldMk cId="3717986441" sldId="279"/>
        </pc:sldMkLst>
        <pc:spChg chg="mod">
          <ac:chgData name="David Fabian Tavera Gutierrez" userId="dcfcfd23-eea6-4537-a564-e0d24195ff8c" providerId="ADAL" clId="{989541DD-B028-454E-8DAC-2E6B62C37676}" dt="2025-06-02T16:11:15.582" v="1084" actId="20577"/>
          <ac:spMkLst>
            <pc:docMk/>
            <pc:sldMk cId="3717986441" sldId="279"/>
            <ac:spMk id="2" creationId="{9C029687-49CF-BD1B-1D49-0C30FF737C35}"/>
          </ac:spMkLst>
        </pc:spChg>
        <pc:picChg chg="mod modCrop">
          <ac:chgData name="David Fabian Tavera Gutierrez" userId="dcfcfd23-eea6-4537-a564-e0d24195ff8c" providerId="ADAL" clId="{989541DD-B028-454E-8DAC-2E6B62C37676}" dt="2025-06-02T13:15:11.687" v="796" actId="732"/>
          <ac:picMkLst>
            <pc:docMk/>
            <pc:sldMk cId="3717986441" sldId="279"/>
            <ac:picMk id="3" creationId="{3E054A4C-0432-E505-8957-C3C871AA90F2}"/>
          </ac:picMkLst>
        </pc:picChg>
      </pc:sldChg>
      <pc:sldChg chg="modSp mod modTransition">
        <pc:chgData name="David Fabian Tavera Gutierrez" userId="dcfcfd23-eea6-4537-a564-e0d24195ff8c" providerId="ADAL" clId="{989541DD-B028-454E-8DAC-2E6B62C37676}" dt="2025-06-02T17:07:01.561" v="1134"/>
        <pc:sldMkLst>
          <pc:docMk/>
          <pc:sldMk cId="918517426" sldId="280"/>
        </pc:sldMkLst>
        <pc:spChg chg="mod">
          <ac:chgData name="David Fabian Tavera Gutierrez" userId="dcfcfd23-eea6-4537-a564-e0d24195ff8c" providerId="ADAL" clId="{989541DD-B028-454E-8DAC-2E6B62C37676}" dt="2025-06-02T14:24:50.537" v="822"/>
          <ac:spMkLst>
            <pc:docMk/>
            <pc:sldMk cId="918517426" sldId="280"/>
            <ac:spMk id="2" creationId="{D500E089-B85C-8D6F-3153-EDFB9BAF3BE3}"/>
          </ac:spMkLst>
        </pc:spChg>
        <pc:spChg chg="mod">
          <ac:chgData name="David Fabian Tavera Gutierrez" userId="dcfcfd23-eea6-4537-a564-e0d24195ff8c" providerId="ADAL" clId="{989541DD-B028-454E-8DAC-2E6B62C37676}" dt="2025-06-02T14:32:21.357" v="1023" actId="1076"/>
          <ac:spMkLst>
            <pc:docMk/>
            <pc:sldMk cId="918517426" sldId="280"/>
            <ac:spMk id="3" creationId="{3AF9BC64-A110-2300-1B52-4B5DA5802BB9}"/>
          </ac:spMkLst>
        </pc:spChg>
      </pc:sldChg>
      <pc:sldChg chg="modSp mod modTransition">
        <pc:chgData name="David Fabian Tavera Gutierrez" userId="dcfcfd23-eea6-4537-a564-e0d24195ff8c" providerId="ADAL" clId="{989541DD-B028-454E-8DAC-2E6B62C37676}" dt="2025-06-02T17:07:01.561" v="1134"/>
        <pc:sldMkLst>
          <pc:docMk/>
          <pc:sldMk cId="1658919489" sldId="281"/>
        </pc:sldMkLst>
        <pc:spChg chg="mod">
          <ac:chgData name="David Fabian Tavera Gutierrez" userId="dcfcfd23-eea6-4537-a564-e0d24195ff8c" providerId="ADAL" clId="{989541DD-B028-454E-8DAC-2E6B62C37676}" dt="2025-06-02T16:11:11.597" v="1080"/>
          <ac:spMkLst>
            <pc:docMk/>
            <pc:sldMk cId="1658919489" sldId="281"/>
            <ac:spMk id="2" creationId="{590D419E-78D0-349B-70AF-6FFFC4264830}"/>
          </ac:spMkLst>
        </pc:spChg>
        <pc:picChg chg="mod">
          <ac:chgData name="David Fabian Tavera Gutierrez" userId="dcfcfd23-eea6-4537-a564-e0d24195ff8c" providerId="ADAL" clId="{989541DD-B028-454E-8DAC-2E6B62C37676}" dt="2025-06-02T13:47:45.895" v="808" actId="14100"/>
          <ac:picMkLst>
            <pc:docMk/>
            <pc:sldMk cId="1658919489" sldId="281"/>
            <ac:picMk id="3" creationId="{A9251B19-9291-C62A-25A7-0832BF485F95}"/>
          </ac:picMkLst>
        </pc:picChg>
        <pc:picChg chg="mod">
          <ac:chgData name="David Fabian Tavera Gutierrez" userId="dcfcfd23-eea6-4537-a564-e0d24195ff8c" providerId="ADAL" clId="{989541DD-B028-454E-8DAC-2E6B62C37676}" dt="2025-06-02T13:48:02.288" v="812" actId="1076"/>
          <ac:picMkLst>
            <pc:docMk/>
            <pc:sldMk cId="1658919489" sldId="281"/>
            <ac:picMk id="4" creationId="{C341597E-829F-D6AD-6571-8A8DACE1C86C}"/>
          </ac:picMkLst>
        </pc:picChg>
      </pc:sldChg>
      <pc:sldChg chg="modSp add mod modTransition">
        <pc:chgData name="David Fabian Tavera Gutierrez" userId="dcfcfd23-eea6-4537-a564-e0d24195ff8c" providerId="ADAL" clId="{989541DD-B028-454E-8DAC-2E6B62C37676}" dt="2025-06-02T17:13:49.598" v="1141" actId="20577"/>
        <pc:sldMkLst>
          <pc:docMk/>
          <pc:sldMk cId="1159060586" sldId="282"/>
        </pc:sldMkLst>
        <pc:spChg chg="mod">
          <ac:chgData name="David Fabian Tavera Gutierrez" userId="dcfcfd23-eea6-4537-a564-e0d24195ff8c" providerId="ADAL" clId="{989541DD-B028-454E-8DAC-2E6B62C37676}" dt="2025-06-02T17:13:49.598" v="1141" actId="20577"/>
          <ac:spMkLst>
            <pc:docMk/>
            <pc:sldMk cId="1159060586" sldId="282"/>
            <ac:spMk id="3" creationId="{D58C2C14-E96A-A78B-0FCA-303CA1FD51B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E304A68-E9B2-5355-6668-A6E7C96783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93F306A-7323-3DC3-94AD-7E91023359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209634-A093-431A-948E-F87468AAE118}" type="datetime1">
              <a:rPr lang="es-ES" smtClean="0"/>
              <a:t>02/06/2025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B05A4A3-1DCF-60DF-4B36-63B243678C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B5F9016-5199-4287-E845-686EFBA533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CA392-80F7-4D62-BE39-8713F27B656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65552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A1E0A43-9706-4D3F-8453-25C2E654392C}" type="datetime1">
              <a:rPr lang="es-ES" noProof="0" smtClean="0"/>
              <a:t>02/06/2025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C0C2C40-CB1C-4820-9151-EC51EC2E7E0F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31058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9004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3639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E2571-6A18-EE97-5EEA-0813D8D45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58CC0F1-1217-20A4-DA29-F8779F1BD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A9DC2A5-1F3E-2E45-CDCE-D005D2603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F7FD1A-58AA-6295-C78A-94B407E5F1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4616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7DC06-A6CD-7912-DA0D-66606C31F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E31252-1372-F206-F54B-878458F19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BC5FBBE-B46B-B40C-B11A-7EB45F418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1E73DB-6272-F7F9-8906-71DFB02552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5262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61CD4-ECF7-E091-BFDD-912F2676F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897FA0C-EF50-6482-1309-C9C6B3901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792B7BE-6978-B06B-F39A-3E7918B6C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8CBA60-26C6-0DC7-31C3-B76572E7B2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11816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32920-5294-A48C-2266-5F2D277D7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BF5BBA5-079F-CFF3-6DD6-5E0403076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80C6BF9-D5A8-84BA-768D-1B9C4825F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E70945-3DFD-6E5B-1D6B-8FB92B138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0598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2222B-8333-A09A-5184-BCA68548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8231B2B-4972-74EA-0968-5CBFA5E01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C4E2C8-16C7-0159-B699-D9BE06A28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9147D8-6AC0-3DA6-2739-D23F88B23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5698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3363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30390-891B-D9F6-E1AF-BB9DD1B19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9665CED-8729-6AC4-8474-66ABA5146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950263-911E-1F52-56C6-EF089893A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E2BBB2-0D23-F703-5D14-5EDCF81F56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5857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02056-30BA-8D26-3E45-143A04D88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405BAD2-E3D0-EE56-7A6B-21C86670C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9E1AB9A-FB6C-A449-9663-5807DF47A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2FD6DF-19CB-F9E2-5294-6801B3A36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8165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FA45F-87C5-531D-181D-E1C308C10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8877D55-5D47-DAB6-9777-1E4E377EC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4BAFF52-EC1D-8668-FBFE-4EC4D9D5D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C3AD4E-FDAB-8790-86FD-879485067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83767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87891-2E1C-A8D6-9E0C-D8F8936AD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FDB6A03-7996-4FB3-F7D7-A9CA9CE71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5748663-FCB7-D389-7D35-75A3E6782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53A458-BC84-4412-6733-625CC1BF4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6917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0974584-F7C5-6440-926F-F6A9781D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7552916" cy="2130561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6600" b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pic>
        <p:nvPicPr>
          <p:cNvPr id="8" name="Imagen 7" descr="Interfaz gráfica de usuario&#10;&#10;Descripción generada automáticamente">
            <a:extLst>
              <a:ext uri="{FF2B5EF4-FFF2-40B4-BE49-F238E27FC236}">
                <a16:creationId xmlns:a16="http://schemas.microsoft.com/office/drawing/2014/main" id="{D7436C2F-09FF-014A-84CC-E0A18AFE2C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792" y="138819"/>
            <a:ext cx="2369315" cy="86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20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72A72F24-C2F4-A848-9526-6DDE303230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</a:p>
        </p:txBody>
      </p:sp>
      <p:sp>
        <p:nvSpPr>
          <p:cNvPr id="9" name="Marcador de fecha 3">
            <a:extLst>
              <a:ext uri="{FF2B5EF4-FFF2-40B4-BE49-F238E27FC236}">
                <a16:creationId xmlns:a16="http://schemas.microsoft.com/office/drawing/2014/main" id="{0B5A9DDA-5C61-C94F-9C1E-F412423AF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2A93127-4587-48B6-9C3B-B81C481075E8}" type="datetime1">
              <a:rPr lang="es-ES" noProof="0" smtClean="0"/>
              <a:t>02/06/2025</a:t>
            </a:fld>
            <a:endParaRPr lang="es-ES" noProof="0"/>
          </a:p>
        </p:txBody>
      </p:sp>
      <p:sp>
        <p:nvSpPr>
          <p:cNvPr id="10" name="Marcador de pie de página 4">
            <a:extLst>
              <a:ext uri="{FF2B5EF4-FFF2-40B4-BE49-F238E27FC236}">
                <a16:creationId xmlns:a16="http://schemas.microsoft.com/office/drawing/2014/main" id="{AB9CE1BE-CD51-BD42-A659-2F084EB57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F2707C4E-5419-8141-80B3-E4B112655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es-ES" noProof="0" smtClean="0"/>
              <a:pPr rtl="0"/>
              <a:t>‹#›</a:t>
            </a:fld>
            <a:endParaRPr lang="es-ES" noProof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6D362EF-E079-514F-814C-6085176CA7AD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ítulo 1">
            <a:extLst>
              <a:ext uri="{FF2B5EF4-FFF2-40B4-BE49-F238E27FC236}">
                <a16:creationId xmlns:a16="http://schemas.microsoft.com/office/drawing/2014/main" id="{2AC75DAD-32BC-CC41-8DF4-9E68DB31C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8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36217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90EAB2A1-27FC-7D46-BBF1-72410CED55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596" y="2560320"/>
            <a:ext cx="94457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170A3AA-4210-FB4E-9790-9D6891AFF655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ítulo 1">
            <a:extLst>
              <a:ext uri="{FF2B5EF4-FFF2-40B4-BE49-F238E27FC236}">
                <a16:creationId xmlns:a16="http://schemas.microsoft.com/office/drawing/2014/main" id="{28B6F196-1924-E341-B33B-77AEF4A8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8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36486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BE2BF-67D0-421C-B0EA-C2FDA38E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ED459D-4DBB-4B08-B28E-38CB29459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9D5826-9D5D-45F7-9039-C95938735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1" cy="4351338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C35230-6E6B-4AE2-A238-476A2293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E815AE-E572-4170-B267-53E552A376AA}" type="datetime1">
              <a:rPr lang="es-ES" noProof="0" smtClean="0"/>
              <a:t>02/06/2025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EC195B-3566-4F5A-8A17-C0D96E0DC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A64FFA-F5D7-4974-90D5-37C1E4F5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401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93013-51BB-4A17-B3BD-969427C6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65D238-163E-4CA0-8D72-013A528A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sz="24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74BFD3-F57E-442B-B0D6-44B28B98A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D6C678E-A9F6-402F-AB68-0001BA3C2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sz="24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AC1CE1F-0133-4A8E-9510-3927C275A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A812791-1A66-47A2-B8AB-CF2C8494C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A67B82-6E36-435A-B7BE-8C7373BA8298}" type="datetime1">
              <a:rPr lang="es-ES" noProof="0" smtClean="0"/>
              <a:t>02/06/2025</a:t>
            </a:fld>
            <a:endParaRPr lang="es-ES" noProof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433D370-BE25-4CF9-8D18-A8B0D628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CFF9EFB-2082-4B18-8532-2E058DF9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9332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A482C-C319-43FD-93FF-980D21E2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203A496-9194-4AF3-A700-304E648B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C37CEBA-0633-4177-A8BA-CB713BE5625F}" type="datetime1">
              <a:rPr lang="es-ES" noProof="0" smtClean="0"/>
              <a:t>02/06/2025</a:t>
            </a:fld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03CEB3-10DB-4C6B-B786-6EA61FEA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36A844B-2D32-4E86-8B10-61DBDBE5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8374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121782B-EB6A-4988-856E-D6637A15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C9D256-52AF-470A-B80B-8B0AC9C798A4}" type="datetime1">
              <a:rPr lang="es-ES" noProof="0" smtClean="0"/>
              <a:t>02/06/2025</a:t>
            </a:fld>
            <a:endParaRPr lang="es-ES" noProof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61005B5-4499-443A-AEC7-4504692A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5E9E49-7000-42FC-9389-8FC847AA8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8306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3EFE04-76D2-4EE9-82B4-6CF8BDAEF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0215A4-C64A-4FDE-8E67-809F9ECFC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899654-FEE0-4F7C-9F7E-E61364191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600"/>
            </a:lvl1pPr>
            <a:lvl2pPr marL="457196" indent="0">
              <a:buNone/>
              <a:defRPr sz="1400"/>
            </a:lvl2pPr>
            <a:lvl3pPr marL="914391" indent="0">
              <a:buNone/>
              <a:defRPr sz="1200"/>
            </a:lvl3pPr>
            <a:lvl4pPr marL="1371587" indent="0">
              <a:buNone/>
              <a:defRPr sz="1000"/>
            </a:lvl4pPr>
            <a:lvl5pPr marL="1828783" indent="0">
              <a:buNone/>
              <a:defRPr sz="1000"/>
            </a:lvl5pPr>
            <a:lvl6pPr marL="2285978" indent="0">
              <a:buNone/>
              <a:defRPr sz="1000"/>
            </a:lvl6pPr>
            <a:lvl7pPr marL="2743174" indent="0">
              <a:buNone/>
              <a:defRPr sz="1000"/>
            </a:lvl7pPr>
            <a:lvl8pPr marL="3200370" indent="0">
              <a:buNone/>
              <a:defRPr sz="1000"/>
            </a:lvl8pPr>
            <a:lvl9pPr marL="3657565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0672D7-560C-46F5-B38A-5864AF61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F1EC79-5BB4-4E26-B63D-FF375076DDFC}" type="datetime1">
              <a:rPr lang="es-ES" noProof="0" smtClean="0"/>
              <a:t>02/06/2025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333971-AB39-461C-BCDD-6F82E9DF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E7803C-62B5-41B0-9BE1-73F06662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3083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7523E-938F-438E-ACC4-357650D6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FC72DA9-4F67-4E76-B94A-2A066F0CC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3200"/>
            </a:lvl1pPr>
            <a:lvl2pPr marL="457196" indent="0">
              <a:buNone/>
              <a:defRPr sz="2800"/>
            </a:lvl2pPr>
            <a:lvl3pPr marL="914391" indent="0">
              <a:buNone/>
              <a:defRPr sz="2400"/>
            </a:lvl3pPr>
            <a:lvl4pPr marL="1371587" indent="0">
              <a:buNone/>
              <a:defRPr sz="2000"/>
            </a:lvl4pPr>
            <a:lvl5pPr marL="1828783" indent="0">
              <a:buNone/>
              <a:defRPr sz="2000"/>
            </a:lvl5pPr>
            <a:lvl6pPr marL="2285978" indent="0">
              <a:buNone/>
              <a:defRPr sz="2000"/>
            </a:lvl6pPr>
            <a:lvl7pPr marL="2743174" indent="0">
              <a:buNone/>
              <a:defRPr sz="2000"/>
            </a:lvl7pPr>
            <a:lvl8pPr marL="3200370" indent="0">
              <a:buNone/>
              <a:defRPr sz="2000"/>
            </a:lvl8pPr>
            <a:lvl9pPr marL="3657565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E2FDD4-868B-425C-9784-E80DB7C01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600"/>
            </a:lvl1pPr>
            <a:lvl2pPr marL="457196" indent="0">
              <a:buNone/>
              <a:defRPr sz="1400"/>
            </a:lvl2pPr>
            <a:lvl3pPr marL="914391" indent="0">
              <a:buNone/>
              <a:defRPr sz="1200"/>
            </a:lvl3pPr>
            <a:lvl4pPr marL="1371587" indent="0">
              <a:buNone/>
              <a:defRPr sz="1000"/>
            </a:lvl4pPr>
            <a:lvl5pPr marL="1828783" indent="0">
              <a:buNone/>
              <a:defRPr sz="1000"/>
            </a:lvl5pPr>
            <a:lvl6pPr marL="2285978" indent="0">
              <a:buNone/>
              <a:defRPr sz="1000"/>
            </a:lvl6pPr>
            <a:lvl7pPr marL="2743174" indent="0">
              <a:buNone/>
              <a:defRPr sz="1000"/>
            </a:lvl7pPr>
            <a:lvl8pPr marL="3200370" indent="0">
              <a:buNone/>
              <a:defRPr sz="1000"/>
            </a:lvl8pPr>
            <a:lvl9pPr marL="3657565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853192-BC34-458B-84D8-10413109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CD1E5F-5C61-4946-A757-4FF6F4F50ECD}" type="datetime1">
              <a:rPr lang="es-ES" noProof="0" smtClean="0"/>
              <a:t>02/06/2025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4140DD-DF78-4ACA-994A-2C80E820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255A00-460B-4060-8FC4-6AE015CD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4278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289423-CD2E-4FE4-A0A5-BF1DF9A8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>
            <a:extLst>
              <a:ext uri="{FF2B5EF4-FFF2-40B4-BE49-F238E27FC236}">
                <a16:creationId xmlns:a16="http://schemas.microsoft.com/office/drawing/2014/main" id="{FD721021-E600-4985-9CB7-C91662580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BF65E1-9312-40C9-B537-2EF2373A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C703728-A6C5-4424-9866-65EF89726E67}" type="datetime1">
              <a:rPr lang="es-ES" noProof="0" smtClean="0"/>
              <a:t>02/06/2025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27D5D2-711E-4128-B02F-A2F5F3B7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8A264A-3B0E-4789-8D33-E3B8BB42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6706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5CD398-88C4-4D5A-B800-669821089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>
            <a:extLst>
              <a:ext uri="{FF2B5EF4-FFF2-40B4-BE49-F238E27FC236}">
                <a16:creationId xmlns:a16="http://schemas.microsoft.com/office/drawing/2014/main" id="{CA0AE657-6D14-4EC6-AF23-3733CA7EC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013624-5ED1-471D-B870-97A86379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A86C516-D5CF-4CAF-AE22-E4B526AF112E}" type="datetime1">
              <a:rPr lang="es-ES" noProof="0" smtClean="0"/>
              <a:t>02/06/2025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A089F5-C44A-423E-A411-0170507E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A2F323-E5A0-4612-B41A-6BBC2FFF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56236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738DD69-FB8A-4188-BFE4-CBF509E5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815C50-137C-4155-8543-556E7E213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C6A1DE-66DD-40F1-896C-01B693106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3FEF73F-BE35-4BEE-8FA5-52ADBD451481}" type="datetime1">
              <a:rPr lang="es-ES" noProof="0" smtClean="0"/>
              <a:t>02/06/2025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7912B1-2F8B-49C2-9253-FDAAEF5D9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43CF23-BB91-472C-8560-11C5F5282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82915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39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8" indent="-228598" algn="l" defTabSz="91439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9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5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0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76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2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7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6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6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1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3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8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4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70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5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775583F-376C-40AE-9849-09070F0B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5691690" cy="2130561"/>
          </a:xfrm>
        </p:spPr>
        <p:txBody>
          <a:bodyPr rtlCol="0" anchor="b">
            <a:normAutofit fontScale="90000"/>
          </a:bodyPr>
          <a:lstStyle/>
          <a:p>
            <a:pPr algn="l" rtl="0"/>
            <a:r>
              <a:rPr lang="es-ES">
                <a:latin typeface="Segoe UI" panose="020B0502040204020203" pitchFamily="34" charset="0"/>
                <a:cs typeface="Segoe UI" panose="020B0502040204020203" pitchFamily="34" charset="0"/>
              </a:rPr>
              <a:t>A Novel </a:t>
            </a:r>
            <a:r>
              <a:rPr lang="es-ES" err="1">
                <a:latin typeface="Segoe UI" panose="020B0502040204020203" pitchFamily="34" charset="0"/>
                <a:cs typeface="Segoe UI" panose="020B0502040204020203" pitchFamily="34" charset="0"/>
              </a:rPr>
              <a:t>Modulation</a:t>
            </a:r>
            <a:r>
              <a:rPr lang="es-ES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err="1">
                <a:latin typeface="Segoe UI" panose="020B0502040204020203" pitchFamily="34" charset="0"/>
                <a:cs typeface="Segoe UI" panose="020B0502040204020203" pitchFamily="34" charset="0"/>
              </a:rPr>
              <a:t>for</a:t>
            </a:r>
            <a:r>
              <a:rPr lang="es-ES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err="1">
                <a:latin typeface="Segoe UI" panose="020B0502040204020203" pitchFamily="34" charset="0"/>
                <a:cs typeface="Segoe UI" panose="020B0502040204020203" pitchFamily="34" charset="0"/>
              </a:rPr>
              <a:t>IoT</a:t>
            </a:r>
            <a:r>
              <a:rPr lang="es-ES">
                <a:latin typeface="Segoe UI" panose="020B0502040204020203" pitchFamily="34" charset="0"/>
                <a:cs typeface="Segoe UI" panose="020B0502040204020203" pitchFamily="34" charset="0"/>
              </a:rPr>
              <a:t>: PSK-</a:t>
            </a:r>
            <a:r>
              <a:rPr lang="es-ES" err="1">
                <a:latin typeface="Segoe UI" panose="020B0502040204020203" pitchFamily="34" charset="0"/>
                <a:cs typeface="Segoe UI" panose="020B0502040204020203" pitchFamily="34" charset="0"/>
              </a:rPr>
              <a:t>LoRa</a:t>
            </a:r>
            <a:endParaRPr lang="es-E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7165814A-5271-4039-9F12-014787DA9EF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26082" y="5000016"/>
            <a:ext cx="6823804" cy="1208087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s-ES" sz="2000">
                <a:latin typeface="Segoe UI" panose="020B0502040204020203" pitchFamily="34" charset="0"/>
                <a:cs typeface="Segoe UI" panose="020B0502040204020203" pitchFamily="34" charset="0"/>
              </a:rPr>
              <a:t>Luis E. Cardozo </a:t>
            </a:r>
            <a:r>
              <a:rPr lang="es-ES" sz="2000" err="1">
                <a:latin typeface="Segoe UI" panose="020B0502040204020203" pitchFamily="34" charset="0"/>
                <a:cs typeface="Segoe UI" panose="020B0502040204020203" pitchFamily="34" charset="0"/>
              </a:rPr>
              <a:t>Ramirez</a:t>
            </a:r>
            <a:r>
              <a:rPr lang="es-ES" sz="2000">
                <a:latin typeface="Segoe UI" panose="020B0502040204020203" pitchFamily="34" charset="0"/>
                <a:cs typeface="Segoe UI" panose="020B0502040204020203" pitchFamily="34" charset="0"/>
              </a:rPr>
              <a:t> - D. Fabian Tavera Gutierrez</a:t>
            </a:r>
          </a:p>
        </p:txBody>
      </p:sp>
      <p:grpSp>
        <p:nvGrpSpPr>
          <p:cNvPr id="2" name="Grupo 1" descr="círculos conectados por líneas">
            <a:extLst>
              <a:ext uri="{FF2B5EF4-FFF2-40B4-BE49-F238E27FC236}">
                <a16:creationId xmlns:a16="http://schemas.microsoft.com/office/drawing/2014/main" id="{698A0E4F-CFB4-48D6-8D5D-D7F7DD3198A1}"/>
              </a:ext>
            </a:extLst>
          </p:cNvPr>
          <p:cNvGrpSpPr/>
          <p:nvPr/>
        </p:nvGrpSpPr>
        <p:grpSpPr>
          <a:xfrm>
            <a:off x="6867728" y="1031132"/>
            <a:ext cx="4046706" cy="4853637"/>
            <a:chOff x="6867728" y="1031132"/>
            <a:chExt cx="4046706" cy="4853637"/>
          </a:xfrm>
        </p:grpSpPr>
        <p:cxnSp>
          <p:nvCxnSpPr>
            <p:cNvPr id="8" name="Conector recto 7" descr="línea recta">
              <a:extLst>
                <a:ext uri="{FF2B5EF4-FFF2-40B4-BE49-F238E27FC236}">
                  <a16:creationId xmlns:a16="http://schemas.microsoft.com/office/drawing/2014/main" id="{C765D672-336B-734D-801A-36CBB0354E18}"/>
                </a:ext>
              </a:extLst>
            </p:cNvPr>
            <p:cNvCxnSpPr>
              <a:cxnSpLocks/>
            </p:cNvCxnSpPr>
            <p:nvPr/>
          </p:nvCxnSpPr>
          <p:spPr>
            <a:xfrm>
              <a:off x="7988238" y="2801566"/>
              <a:ext cx="1330860" cy="74818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ector recto 16" descr="línea recta">
              <a:extLst>
                <a:ext uri="{FF2B5EF4-FFF2-40B4-BE49-F238E27FC236}">
                  <a16:creationId xmlns:a16="http://schemas.microsoft.com/office/drawing/2014/main" id="{89008531-943E-8C42-82ED-72460A2D10A4}"/>
                </a:ext>
              </a:extLst>
            </p:cNvPr>
            <p:cNvCxnSpPr>
              <a:cxnSpLocks/>
            </p:cNvCxnSpPr>
            <p:nvPr/>
          </p:nvCxnSpPr>
          <p:spPr>
            <a:xfrm>
              <a:off x="9708204" y="1960547"/>
              <a:ext cx="214008" cy="105502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" name="Elipse 5" descr="forma ovalada">
              <a:extLst>
                <a:ext uri="{FF2B5EF4-FFF2-40B4-BE49-F238E27FC236}">
                  <a16:creationId xmlns:a16="http://schemas.microsoft.com/office/drawing/2014/main" id="{9A66A37A-7FB5-194C-B2F8-BB77745D65B0}"/>
                </a:ext>
              </a:extLst>
            </p:cNvPr>
            <p:cNvSpPr/>
            <p:nvPr/>
          </p:nvSpPr>
          <p:spPr>
            <a:xfrm>
              <a:off x="6867728" y="1887166"/>
              <a:ext cx="1303506" cy="130350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/>
            </a:p>
          </p:txBody>
        </p:sp>
        <p:sp>
          <p:nvSpPr>
            <p:cNvPr id="13" name="Elipse 12" descr="forma ovalada">
              <a:extLst>
                <a:ext uri="{FF2B5EF4-FFF2-40B4-BE49-F238E27FC236}">
                  <a16:creationId xmlns:a16="http://schemas.microsoft.com/office/drawing/2014/main" id="{9B093669-6BD2-2541-BF99-500AC2759CD6}"/>
                </a:ext>
              </a:extLst>
            </p:cNvPr>
            <p:cNvSpPr/>
            <p:nvPr/>
          </p:nvSpPr>
          <p:spPr>
            <a:xfrm>
              <a:off x="9144000" y="1031132"/>
              <a:ext cx="1031132" cy="103113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/>
            </a:p>
          </p:txBody>
        </p:sp>
        <p:sp>
          <p:nvSpPr>
            <p:cNvPr id="9" name="Elipse 8" descr="forma ovalada">
              <a:extLst>
                <a:ext uri="{FF2B5EF4-FFF2-40B4-BE49-F238E27FC236}">
                  <a16:creationId xmlns:a16="http://schemas.microsoft.com/office/drawing/2014/main" id="{EEB60046-7AC0-4C4A-9CA7-4DE66AF0F9E2}"/>
                </a:ext>
              </a:extLst>
            </p:cNvPr>
            <p:cNvSpPr/>
            <p:nvPr/>
          </p:nvSpPr>
          <p:spPr>
            <a:xfrm>
              <a:off x="8598544" y="5000016"/>
              <a:ext cx="884753" cy="88475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/>
            </a:p>
          </p:txBody>
        </p:sp>
        <p:cxnSp>
          <p:nvCxnSpPr>
            <p:cNvPr id="10" name="Conector recto 9" descr="línea recta">
              <a:extLst>
                <a:ext uri="{FF2B5EF4-FFF2-40B4-BE49-F238E27FC236}">
                  <a16:creationId xmlns:a16="http://schemas.microsoft.com/office/drawing/2014/main" id="{DC6AFA79-D8E3-E745-9969-5BF09667F3B4}"/>
                </a:ext>
              </a:extLst>
            </p:cNvPr>
            <p:cNvCxnSpPr>
              <a:cxnSpLocks/>
              <a:endCxn id="9" idx="7"/>
            </p:cNvCxnSpPr>
            <p:nvPr/>
          </p:nvCxnSpPr>
          <p:spPr>
            <a:xfrm flipH="1">
              <a:off x="9353728" y="4465840"/>
              <a:ext cx="501713" cy="66374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Elipse 10" descr="forma ovalada">
              <a:extLst>
                <a:ext uri="{FF2B5EF4-FFF2-40B4-BE49-F238E27FC236}">
                  <a16:creationId xmlns:a16="http://schemas.microsoft.com/office/drawing/2014/main" id="{398897D7-2466-E540-8D23-AD7AEA562812}"/>
                </a:ext>
              </a:extLst>
            </p:cNvPr>
            <p:cNvSpPr/>
            <p:nvPr/>
          </p:nvSpPr>
          <p:spPr>
            <a:xfrm>
              <a:off x="9144000" y="3015574"/>
              <a:ext cx="1770434" cy="177043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/>
            </a:p>
          </p:txBody>
        </p:sp>
      </p:grpSp>
      <p:pic>
        <p:nvPicPr>
          <p:cNvPr id="14" name="Imagen 13" descr="Logotipo&#10;&#10;Descripción generada automáticamente">
            <a:extLst>
              <a:ext uri="{FF2B5EF4-FFF2-40B4-BE49-F238E27FC236}">
                <a16:creationId xmlns:a16="http://schemas.microsoft.com/office/drawing/2014/main" id="{A146204B-5681-AE47-7F0D-2CA9FF3DD9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89" y="656632"/>
            <a:ext cx="2472612" cy="67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59027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/>
          <a:lstStyle/>
          <a:p>
            <a:pPr rtl="0"/>
            <a:r>
              <a:rPr lang="es-ES" b="1">
                <a:latin typeface="Segoe UI Semibold" panose="020B0502040204020203" pitchFamily="34" charset="0"/>
                <a:cs typeface="Segoe UI Semibold" panose="020B0502040204020203" pitchFamily="34" charset="0"/>
              </a:rPr>
              <a:t>Resumo do Artigo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3466" y="1224940"/>
            <a:ext cx="6665427" cy="3977640"/>
          </a:xfrm>
        </p:spPr>
        <p:txBody>
          <a:bodyPr rtlCol="0">
            <a:noAutofit/>
          </a:bodyPr>
          <a:lstStyle/>
          <a:p>
            <a:pPr marL="0" indent="0" rtl="0">
              <a:spcAft>
                <a:spcPts val="1200"/>
              </a:spcAft>
              <a:buNone/>
            </a:pPr>
            <a:endParaRPr lang="es-ES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 rtl="0">
              <a:lnSpc>
                <a:spcPct val="150000"/>
              </a:lnSpc>
            </a:pPr>
            <a:r>
              <a:rPr lang="pt-BR" sz="1800" b="1">
                <a:latin typeface="Segoe UI" panose="020B0502040204020203" pitchFamily="34" charset="0"/>
                <a:cs typeface="Segoe UI" panose="020B0502040204020203" pitchFamily="34" charset="0"/>
              </a:rPr>
              <a:t>Publicado em: </a:t>
            </a:r>
            <a:r>
              <a:rPr lang="pt-BR" sz="1800">
                <a:latin typeface="Segoe UI" panose="020B0502040204020203" pitchFamily="34" charset="0"/>
                <a:cs typeface="Segoe UI" panose="020B0502040204020203" pitchFamily="34" charset="0"/>
              </a:rPr>
              <a:t>IEEE VTC Spring 2019 (Artigo de Conferência)</a:t>
            </a:r>
          </a:p>
          <a:p>
            <a:pPr algn="just" rtl="0">
              <a:lnSpc>
                <a:spcPct val="150000"/>
              </a:lnSpc>
            </a:pPr>
            <a:r>
              <a:rPr lang="pt-BR" sz="1800" b="1">
                <a:latin typeface="Segoe UI" panose="020B0502040204020203" pitchFamily="34" charset="0"/>
                <a:cs typeface="Segoe UI" panose="020B0502040204020203" pitchFamily="34" charset="0"/>
              </a:rPr>
              <a:t>Objetivo: </a:t>
            </a:r>
            <a:r>
              <a:rPr lang="pt-BR" sz="1800">
                <a:latin typeface="Segoe UI" panose="020B0502040204020203" pitchFamily="34" charset="0"/>
                <a:cs typeface="Segoe UI" panose="020B0502040204020203" pitchFamily="34" charset="0"/>
              </a:rPr>
              <a:t>Apresentar um novo esquema de modulação chamado PSK-</a:t>
            </a:r>
            <a:r>
              <a:rPr lang="pt-BR" sz="1800" err="1">
                <a:latin typeface="Segoe UI" panose="020B0502040204020203" pitchFamily="34" charset="0"/>
                <a:cs typeface="Segoe UI" panose="020B0502040204020203" pitchFamily="34" charset="0"/>
              </a:rPr>
              <a:t>LoRa</a:t>
            </a:r>
            <a:r>
              <a:rPr lang="pt-BR" sz="1800">
                <a:latin typeface="Segoe UI" panose="020B0502040204020203" pitchFamily="34" charset="0"/>
                <a:cs typeface="Segoe UI" panose="020B0502040204020203" pitchFamily="34" charset="0"/>
              </a:rPr>
              <a:t>, combinando </a:t>
            </a:r>
            <a:r>
              <a:rPr lang="pt-BR" sz="1800" err="1">
                <a:latin typeface="Segoe UI" panose="020B0502040204020203" pitchFamily="34" charset="0"/>
                <a:cs typeface="Segoe UI" panose="020B0502040204020203" pitchFamily="34" charset="0"/>
              </a:rPr>
              <a:t>Phase</a:t>
            </a:r>
            <a:r>
              <a:rPr lang="pt-BR" sz="1800">
                <a:latin typeface="Segoe UI" panose="020B0502040204020203" pitchFamily="34" charset="0"/>
                <a:cs typeface="Segoe UI" panose="020B0502040204020203" pitchFamily="34" charset="0"/>
              </a:rPr>
              <a:t> Shift </a:t>
            </a:r>
            <a:r>
              <a:rPr lang="pt-BR" sz="1800" err="1">
                <a:latin typeface="Segoe UI" panose="020B0502040204020203" pitchFamily="34" charset="0"/>
                <a:cs typeface="Segoe UI" panose="020B0502040204020203" pitchFamily="34" charset="0"/>
              </a:rPr>
              <a:t>Keying</a:t>
            </a:r>
            <a:r>
              <a:rPr lang="pt-BR" sz="1800">
                <a:latin typeface="Segoe UI" panose="020B0502040204020203" pitchFamily="34" charset="0"/>
                <a:cs typeface="Segoe UI" panose="020B0502040204020203" pitchFamily="34" charset="0"/>
              </a:rPr>
              <a:t> (PSK) com o </a:t>
            </a:r>
            <a:r>
              <a:rPr lang="pt-BR" sz="1800" err="1">
                <a:latin typeface="Segoe UI" panose="020B0502040204020203" pitchFamily="34" charset="0"/>
                <a:cs typeface="Segoe UI" panose="020B0502040204020203" pitchFamily="34" charset="0"/>
              </a:rPr>
              <a:t>Chirp</a:t>
            </a:r>
            <a:r>
              <a:rPr lang="pt-BR" sz="1800">
                <a:latin typeface="Segoe UI" panose="020B0502040204020203" pitchFamily="34" charset="0"/>
                <a:cs typeface="Segoe UI" panose="020B0502040204020203" pitchFamily="34" charset="0"/>
              </a:rPr>
              <a:t> Spread Spectrum (CSS) do </a:t>
            </a:r>
            <a:r>
              <a:rPr lang="pt-BR" sz="1800" err="1">
                <a:latin typeface="Segoe UI" panose="020B0502040204020203" pitchFamily="34" charset="0"/>
                <a:cs typeface="Segoe UI" panose="020B0502040204020203" pitchFamily="34" charset="0"/>
              </a:rPr>
              <a:t>LoRa</a:t>
            </a:r>
            <a:r>
              <a:rPr lang="pt-BR" sz="180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algn="just" rtl="0">
              <a:lnSpc>
                <a:spcPct val="150000"/>
              </a:lnSpc>
            </a:pPr>
            <a:r>
              <a:rPr lang="pt-BR" sz="1800" b="1">
                <a:latin typeface="Segoe UI" panose="020B0502040204020203" pitchFamily="34" charset="0"/>
                <a:cs typeface="Segoe UI" panose="020B0502040204020203" pitchFamily="34" charset="0"/>
              </a:rPr>
              <a:t>Metodologia: </a:t>
            </a:r>
            <a:r>
              <a:rPr lang="pt-BR" sz="1800">
                <a:latin typeface="Segoe UI" panose="020B0502040204020203" pitchFamily="34" charset="0"/>
                <a:cs typeface="Segoe UI" panose="020B0502040204020203" pitchFamily="34" charset="0"/>
              </a:rPr>
              <a:t>Análise teórica e simulações em canais AWGN e Rayleigh.</a:t>
            </a:r>
          </a:p>
          <a:p>
            <a:pPr algn="just" rtl="0">
              <a:lnSpc>
                <a:spcPct val="150000"/>
              </a:lnSpc>
            </a:pPr>
            <a:r>
              <a:rPr lang="pt-BR" sz="1800" b="1">
                <a:latin typeface="Segoe UI" panose="020B0502040204020203" pitchFamily="34" charset="0"/>
                <a:cs typeface="Segoe UI" panose="020B0502040204020203" pitchFamily="34" charset="0"/>
              </a:rPr>
              <a:t>Resultado Principal: </a:t>
            </a:r>
            <a:r>
              <a:rPr lang="pt-BR" sz="1800">
                <a:latin typeface="Segoe UI" panose="020B0502040204020203" pitchFamily="34" charset="0"/>
                <a:cs typeface="Segoe UI" panose="020B0502040204020203" pitchFamily="34" charset="0"/>
              </a:rPr>
              <a:t>O PSK-</a:t>
            </a:r>
            <a:r>
              <a:rPr lang="pt-BR" sz="1800" err="1">
                <a:latin typeface="Segoe UI" panose="020B0502040204020203" pitchFamily="34" charset="0"/>
                <a:cs typeface="Segoe UI" panose="020B0502040204020203" pitchFamily="34" charset="0"/>
              </a:rPr>
              <a:t>LoRa</a:t>
            </a:r>
            <a:r>
              <a:rPr lang="pt-BR" sz="1800">
                <a:latin typeface="Segoe UI" panose="020B0502040204020203" pitchFamily="34" charset="0"/>
                <a:cs typeface="Segoe UI" panose="020B0502040204020203" pitchFamily="34" charset="0"/>
              </a:rPr>
              <a:t> pode transmitir a mesma quantidade de informação que o </a:t>
            </a:r>
            <a:r>
              <a:rPr lang="pt-BR" sz="1800" err="1">
                <a:latin typeface="Segoe UI" panose="020B0502040204020203" pitchFamily="34" charset="0"/>
                <a:cs typeface="Segoe UI" panose="020B0502040204020203" pitchFamily="34" charset="0"/>
              </a:rPr>
              <a:t>LoRa</a:t>
            </a:r>
            <a:r>
              <a:rPr lang="pt-BR" sz="1800">
                <a:latin typeface="Segoe UI" panose="020B0502040204020203" pitchFamily="34" charset="0"/>
                <a:cs typeface="Segoe UI" panose="020B0502040204020203" pitchFamily="34" charset="0"/>
              </a:rPr>
              <a:t> utilizando menos tempo de transmissão, sem perda de desempenho em alguns casos.</a:t>
            </a:r>
            <a:endParaRPr lang="es-ES" sz="1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6DC2883-7FFD-50E2-048D-D45B181F7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673" y="1370748"/>
            <a:ext cx="4048827" cy="507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43229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98CBA-FCF2-7639-36F0-22BE2AA3D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22CB7-3F3F-DD8C-0653-C421E5932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rtlCol="0" anchor="ctr">
            <a:normAutofit/>
          </a:bodyPr>
          <a:lstStyle/>
          <a:p>
            <a:pPr>
              <a:lnSpc>
                <a:spcPts val="4625"/>
              </a:lnSpc>
            </a:pPr>
            <a:r>
              <a:rPr lang="pt-BR" sz="2800" b="1"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Qualidade da Redação</a:t>
            </a:r>
            <a:endParaRPr lang="pt-BR" sz="2800"/>
          </a:p>
        </p:txBody>
      </p:sp>
      <p:sp>
        <p:nvSpPr>
          <p:cNvPr id="7" name="Shape 1"/>
          <p:cNvSpPr/>
          <p:nvPr/>
        </p:nvSpPr>
        <p:spPr>
          <a:xfrm>
            <a:off x="444500" y="3402404"/>
            <a:ext cx="3433961" cy="189012"/>
          </a:xfrm>
          <a:prstGeom prst="roundRect">
            <a:avLst>
              <a:gd name="adj" fmla="val 90006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pt-BR" sz="1500"/>
          </a:p>
        </p:txBody>
      </p:sp>
      <p:sp>
        <p:nvSpPr>
          <p:cNvPr id="8" name="Text 2"/>
          <p:cNvSpPr/>
          <p:nvPr/>
        </p:nvSpPr>
        <p:spPr>
          <a:xfrm>
            <a:off x="789389" y="3591416"/>
            <a:ext cx="274418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pt-BR" sz="1833" b="1"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Estrutura Clara e Lógica</a:t>
            </a:r>
            <a:endParaRPr lang="pt-BR" sz="1833"/>
          </a:p>
        </p:txBody>
      </p:sp>
      <p:sp>
        <p:nvSpPr>
          <p:cNvPr id="9" name="Shape 4"/>
          <p:cNvSpPr/>
          <p:nvPr/>
        </p:nvSpPr>
        <p:spPr>
          <a:xfrm>
            <a:off x="4192308" y="4370929"/>
            <a:ext cx="3434060" cy="189012"/>
          </a:xfrm>
          <a:prstGeom prst="roundRect">
            <a:avLst>
              <a:gd name="adj" fmla="val 90006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pt-BR" sz="1500"/>
          </a:p>
        </p:txBody>
      </p:sp>
      <p:sp>
        <p:nvSpPr>
          <p:cNvPr id="10" name="Text 5"/>
          <p:cNvSpPr/>
          <p:nvPr/>
        </p:nvSpPr>
        <p:spPr>
          <a:xfrm>
            <a:off x="3593358" y="4589077"/>
            <a:ext cx="4631959" cy="318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pt-BR" sz="1833" b="1"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Linguagem Técnica Precisa e Consistente</a:t>
            </a:r>
            <a:endParaRPr lang="pt-BR" sz="1833"/>
          </a:p>
        </p:txBody>
      </p:sp>
      <p:sp>
        <p:nvSpPr>
          <p:cNvPr id="11" name="Shape 7"/>
          <p:cNvSpPr/>
          <p:nvPr/>
        </p:nvSpPr>
        <p:spPr>
          <a:xfrm>
            <a:off x="8357705" y="5341547"/>
            <a:ext cx="3434060" cy="189012"/>
          </a:xfrm>
          <a:prstGeom prst="roundRect">
            <a:avLst>
              <a:gd name="adj" fmla="val 90006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pt-BR" sz="1500"/>
          </a:p>
        </p:txBody>
      </p:sp>
      <p:sp>
        <p:nvSpPr>
          <p:cNvPr id="12" name="Text 8"/>
          <p:cNvSpPr/>
          <p:nvPr/>
        </p:nvSpPr>
        <p:spPr>
          <a:xfrm>
            <a:off x="8240045" y="5530559"/>
            <a:ext cx="3669379" cy="38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pt-BR" sz="1833" b="1"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Detalhamento Técnico Adequado</a:t>
            </a:r>
            <a:endParaRPr lang="pt-BR" sz="1833"/>
          </a:p>
        </p:txBody>
      </p:sp>
      <p:pic>
        <p:nvPicPr>
          <p:cNvPr id="20" name="Imagen 19" descr="Texto&#10;&#10;El contenido generado por IA puede ser incorrecto.">
            <a:extLst>
              <a:ext uri="{FF2B5EF4-FFF2-40B4-BE49-F238E27FC236}">
                <a16:creationId xmlns:a16="http://schemas.microsoft.com/office/drawing/2014/main" id="{8750AE59-AF3B-1B45-D8F0-D71CB3F59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02" b="11135"/>
          <a:stretch/>
        </p:blipFill>
        <p:spPr>
          <a:xfrm>
            <a:off x="1459813" y="1714368"/>
            <a:ext cx="1403332" cy="1335810"/>
          </a:xfrm>
          <a:prstGeom prst="rect">
            <a:avLst/>
          </a:prstGeom>
        </p:spPr>
      </p:pic>
      <p:pic>
        <p:nvPicPr>
          <p:cNvPr id="22" name="Imagen 21" descr="Icono&#10;&#10;El contenido generado por IA puede ser incorrecto.">
            <a:extLst>
              <a:ext uri="{FF2B5EF4-FFF2-40B4-BE49-F238E27FC236}">
                <a16:creationId xmlns:a16="http://schemas.microsoft.com/office/drawing/2014/main" id="{03A60315-BA05-0973-37A3-A758E45310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45" b="17937"/>
          <a:stretch/>
        </p:blipFill>
        <p:spPr>
          <a:xfrm>
            <a:off x="4862770" y="2846156"/>
            <a:ext cx="2093133" cy="1335810"/>
          </a:xfrm>
          <a:prstGeom prst="rect">
            <a:avLst/>
          </a:prstGeom>
        </p:spPr>
      </p:pic>
      <p:pic>
        <p:nvPicPr>
          <p:cNvPr id="24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220B8F61-1CD3-00E6-6697-6B98232D54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28" t="4395" r="16759" b="3601"/>
          <a:stretch/>
        </p:blipFill>
        <p:spPr>
          <a:xfrm>
            <a:off x="9467969" y="3591416"/>
            <a:ext cx="1213530" cy="163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74555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5029B-A085-1118-787A-B2E928BB7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68BD35-AF6C-1B53-13D6-9AE501E2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/>
          <a:lstStyle/>
          <a:p>
            <a:pPr rtl="0"/>
            <a:r>
              <a:rPr lang="es-BO" err="1"/>
              <a:t>Equações</a:t>
            </a:r>
            <a:r>
              <a:rPr lang="es-BO"/>
              <a:t> e Gráficos</a:t>
            </a:r>
            <a:endParaRPr lang="es-ES" b="1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7E4B9D-E211-D888-9A19-D94ED6E3302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370748"/>
            <a:ext cx="6665427" cy="4116504"/>
          </a:xfrm>
        </p:spPr>
        <p:txBody>
          <a:bodyPr rtlCol="0">
            <a:noAutofit/>
          </a:bodyPr>
          <a:lstStyle/>
          <a:p>
            <a:pPr marL="0" indent="0" rtl="0">
              <a:spcAft>
                <a:spcPts val="1200"/>
              </a:spcAft>
              <a:buNone/>
            </a:pPr>
            <a:endParaRPr lang="es-ES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 rtl="0">
              <a:lnSpc>
                <a:spcPct val="150000"/>
              </a:lnSpc>
            </a:pPr>
            <a:r>
              <a:rPr lang="pt-BR" sz="1700">
                <a:latin typeface="Segoe UI" panose="020B0502040204020203" pitchFamily="34" charset="0"/>
                <a:cs typeface="Segoe UI" panose="020B0502040204020203" pitchFamily="34" charset="0"/>
              </a:rPr>
              <a:t>Equações Bem Explicadas com declarações explícitas de suposições (independência de símbolos, mapeamento Gray, detecção coerente) e descrições claras dos termos físicos.</a:t>
            </a:r>
          </a:p>
          <a:p>
            <a:pPr algn="just" rtl="0">
              <a:lnSpc>
                <a:spcPct val="150000"/>
              </a:lnSpc>
            </a:pPr>
            <a:r>
              <a:rPr lang="pt-BR" sz="1700">
                <a:latin typeface="Segoe UI" panose="020B0502040204020203" pitchFamily="34" charset="0"/>
                <a:cs typeface="Segoe UI" panose="020B0502040204020203" pitchFamily="34" charset="0"/>
              </a:rPr>
              <a:t>As curvas apresentam parte dos resultados teóricos e simulados de forma clara, mas a  curva de linha preta tracejada parece não estar visível ou ausente nos </a:t>
            </a:r>
            <a:r>
              <a:rPr lang="pt-BR" sz="1700" err="1">
                <a:latin typeface="Segoe UI" panose="020B0502040204020203" pitchFamily="34" charset="0"/>
                <a:cs typeface="Segoe UI" panose="020B0502040204020203" pitchFamily="34" charset="0"/>
              </a:rPr>
              <a:t>plots</a:t>
            </a:r>
            <a:r>
              <a:rPr lang="pt-BR" sz="170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s-ES" sz="1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D25B80D-DEEF-E9B7-9D8A-7A4D0415D8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5" r="6884"/>
          <a:stretch/>
        </p:blipFill>
        <p:spPr>
          <a:xfrm>
            <a:off x="7109927" y="1137336"/>
            <a:ext cx="5150899" cy="509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53704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D8AC3-7992-F9C9-C6DE-606B67105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D55A9D-7DCF-F6E9-74AF-E74352ECD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/>
          <a:lstStyle/>
          <a:p>
            <a:pPr rtl="0"/>
            <a:r>
              <a:rPr lang="es-BO" err="1"/>
              <a:t>Equações</a:t>
            </a:r>
            <a:r>
              <a:rPr lang="es-BO"/>
              <a:t> e Gráficos</a:t>
            </a:r>
            <a:endParaRPr lang="es-ES" b="1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131FC8-FF0B-3A17-209D-B6757E4928F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370748"/>
            <a:ext cx="6665427" cy="4116504"/>
          </a:xfrm>
        </p:spPr>
        <p:txBody>
          <a:bodyPr rtlCol="0">
            <a:noAutofit/>
          </a:bodyPr>
          <a:lstStyle/>
          <a:p>
            <a:pPr marL="0" indent="0" rtl="0">
              <a:spcAft>
                <a:spcPts val="1200"/>
              </a:spcAft>
              <a:buNone/>
            </a:pPr>
            <a:endParaRPr lang="es-ES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 rtl="0">
              <a:lnSpc>
                <a:spcPct val="150000"/>
              </a:lnSpc>
            </a:pPr>
            <a:r>
              <a:rPr lang="pt-BR" sz="1700">
                <a:latin typeface="Segoe UI" panose="020B0502040204020203" pitchFamily="34" charset="0"/>
                <a:cs typeface="Segoe UI" panose="020B0502040204020203" pitchFamily="34" charset="0"/>
              </a:rPr>
              <a:t>Equações Bem Explicadas com declarações explícitas de suposições (independência de símbolos, mapeamento Gray, detecção coerente) e descrições claras dos termos físicos.</a:t>
            </a:r>
          </a:p>
          <a:p>
            <a:pPr algn="just" rtl="0">
              <a:lnSpc>
                <a:spcPct val="150000"/>
              </a:lnSpc>
            </a:pPr>
            <a:r>
              <a:rPr lang="pt-BR" sz="1700">
                <a:latin typeface="Segoe UI" panose="020B0502040204020203" pitchFamily="34" charset="0"/>
                <a:cs typeface="Segoe UI" panose="020B0502040204020203" pitchFamily="34" charset="0"/>
              </a:rPr>
              <a:t>As curvas apresentam os resultados teóricos e simulados de forma clara, mas a  curva de linha preta tracejada parece não estar visível ou ausente nos </a:t>
            </a:r>
            <a:r>
              <a:rPr lang="pt-BR" sz="1700" err="1">
                <a:latin typeface="Segoe UI" panose="020B0502040204020203" pitchFamily="34" charset="0"/>
                <a:cs typeface="Segoe UI" panose="020B0502040204020203" pitchFamily="34" charset="0"/>
              </a:rPr>
              <a:t>plots</a:t>
            </a:r>
            <a:r>
              <a:rPr lang="pt-BR" sz="170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s-ES" sz="1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7B444D-23A9-BE02-6B4E-89D141288B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" r="384"/>
          <a:stretch/>
        </p:blipFill>
        <p:spPr>
          <a:xfrm>
            <a:off x="7031271" y="1353643"/>
            <a:ext cx="5160729" cy="509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89966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B1982-F95B-DA6D-C7AC-466054DDA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514CE8-FB3B-B982-5638-5D739DD64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/>
          <a:lstStyle/>
          <a:p>
            <a:pPr rtl="0"/>
            <a:r>
              <a:rPr lang="es-BO" err="1"/>
              <a:t>Equações</a:t>
            </a:r>
            <a:r>
              <a:rPr lang="es-BO"/>
              <a:t> e Gráficos</a:t>
            </a:r>
            <a:endParaRPr lang="es-ES" b="1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27CDEC-2E35-1DDA-ED09-9AE6E8002E8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370748"/>
            <a:ext cx="6665427" cy="4116504"/>
          </a:xfrm>
        </p:spPr>
        <p:txBody>
          <a:bodyPr rtlCol="0">
            <a:noAutofit/>
          </a:bodyPr>
          <a:lstStyle/>
          <a:p>
            <a:pPr marL="0" indent="0" rtl="0">
              <a:spcAft>
                <a:spcPts val="1200"/>
              </a:spcAft>
              <a:buNone/>
            </a:pPr>
            <a:endParaRPr lang="es-ES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 rtl="0">
              <a:lnSpc>
                <a:spcPct val="150000"/>
              </a:lnSpc>
            </a:pPr>
            <a:r>
              <a:rPr lang="pt-BR" sz="1700">
                <a:latin typeface="Segoe UI" panose="020B0502040204020203" pitchFamily="34" charset="0"/>
                <a:cs typeface="Segoe UI" panose="020B0502040204020203" pitchFamily="34" charset="0"/>
              </a:rPr>
              <a:t>Equações Bem Explicadas com declarações explícitas de suposições (independência de símbolos, mapeamento Gray, detecção coerente) e descrições claras dos termos físicos.</a:t>
            </a:r>
          </a:p>
          <a:p>
            <a:pPr algn="just" rtl="0">
              <a:lnSpc>
                <a:spcPct val="150000"/>
              </a:lnSpc>
            </a:pPr>
            <a:r>
              <a:rPr lang="pt-BR" sz="1700">
                <a:latin typeface="Segoe UI" panose="020B0502040204020203" pitchFamily="34" charset="0"/>
                <a:cs typeface="Segoe UI" panose="020B0502040204020203" pitchFamily="34" charset="0"/>
              </a:rPr>
              <a:t>As curvas apresentam os resultados teóricos e simulados de forma clara, mas a  curva de linha preta tracejada parece não estar visível ou ausente nos </a:t>
            </a:r>
            <a:r>
              <a:rPr lang="pt-BR" sz="1700" err="1">
                <a:latin typeface="Segoe UI" panose="020B0502040204020203" pitchFamily="34" charset="0"/>
                <a:cs typeface="Segoe UI" panose="020B0502040204020203" pitchFamily="34" charset="0"/>
              </a:rPr>
              <a:t>plots</a:t>
            </a:r>
            <a:r>
              <a:rPr lang="pt-BR" sz="170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s-ES" sz="1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F3D0C1-B8C3-7952-0BF1-C9B156125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" r="229"/>
          <a:stretch/>
        </p:blipFill>
        <p:spPr>
          <a:xfrm>
            <a:off x="7050435" y="1370748"/>
            <a:ext cx="5082073" cy="459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9276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5D7AB-47E2-1E2F-A275-3C683DB20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E42E6-D7DA-2C47-3A7B-F3683A2D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/>
          <a:lstStyle/>
          <a:p>
            <a:pPr rtl="0"/>
            <a:r>
              <a:rPr lang="es-BO" err="1"/>
              <a:t>Equações</a:t>
            </a:r>
            <a:r>
              <a:rPr lang="es-BO"/>
              <a:t> e Gráficos</a:t>
            </a:r>
            <a:endParaRPr lang="es-ES" b="1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DF4631-694D-FD2B-C2D1-09469AF8E4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370748"/>
            <a:ext cx="6665427" cy="4116504"/>
          </a:xfrm>
        </p:spPr>
        <p:txBody>
          <a:bodyPr rtlCol="0">
            <a:noAutofit/>
          </a:bodyPr>
          <a:lstStyle/>
          <a:p>
            <a:pPr marL="0" indent="0" rtl="0">
              <a:spcAft>
                <a:spcPts val="1200"/>
              </a:spcAft>
              <a:buNone/>
            </a:pPr>
            <a:endParaRPr lang="es-ES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 rtl="0">
              <a:lnSpc>
                <a:spcPct val="150000"/>
              </a:lnSpc>
            </a:pPr>
            <a:r>
              <a:rPr lang="pt-BR" sz="1700">
                <a:latin typeface="Segoe UI" panose="020B0502040204020203" pitchFamily="34" charset="0"/>
                <a:cs typeface="Segoe UI" panose="020B0502040204020203" pitchFamily="34" charset="0"/>
              </a:rPr>
              <a:t>Equações Bem Explicadas com declarações explícitas de suposições (independência de símbolos, mapeamento Gray, detecção coerente) e descrições claras dos termos físicos.</a:t>
            </a:r>
          </a:p>
          <a:p>
            <a:pPr algn="just" rtl="0">
              <a:lnSpc>
                <a:spcPct val="150000"/>
              </a:lnSpc>
            </a:pPr>
            <a:r>
              <a:rPr lang="pt-BR" sz="1700">
                <a:latin typeface="Segoe UI" panose="020B0502040204020203" pitchFamily="34" charset="0"/>
                <a:cs typeface="Segoe UI" panose="020B0502040204020203" pitchFamily="34" charset="0"/>
              </a:rPr>
              <a:t>As curvas apresentam os resultados teóricos e simulados de forma clara, mas a  curva de linha preta tracejada parece não estar visível ou ausente nos </a:t>
            </a:r>
            <a:r>
              <a:rPr lang="pt-BR" sz="1700" err="1">
                <a:latin typeface="Segoe UI" panose="020B0502040204020203" pitchFamily="34" charset="0"/>
                <a:cs typeface="Segoe UI" panose="020B0502040204020203" pitchFamily="34" charset="0"/>
              </a:rPr>
              <a:t>plots</a:t>
            </a:r>
            <a:r>
              <a:rPr lang="pt-BR" sz="170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s-ES" sz="1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BD83831-54E6-3DC0-0654-00F83990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" b="447"/>
          <a:stretch/>
        </p:blipFill>
        <p:spPr>
          <a:xfrm>
            <a:off x="7109926" y="1418304"/>
            <a:ext cx="5082073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1630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E19FF-DAD9-4AB4-9D83-993EE9FE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/>
          <a:p>
            <a:pPr rtl="0"/>
            <a:r>
              <a:rPr lang="es-ES" b="1" err="1">
                <a:latin typeface="Segoe UI Semibold" panose="020B0502040204020203" pitchFamily="34" charset="0"/>
                <a:cs typeface="Segoe UI Semibold" panose="020B0502040204020203" pitchFamily="34" charset="0"/>
              </a:rPr>
              <a:t>Relevância</a:t>
            </a:r>
            <a:r>
              <a:rPr lang="es-ES" b="1">
                <a:latin typeface="Segoe UI Semibold" panose="020B0502040204020203" pitchFamily="34" charset="0"/>
                <a:cs typeface="Segoe UI Semibold" panose="020B0502040204020203" pitchFamily="34" charset="0"/>
              </a:rPr>
              <a:t> da </a:t>
            </a:r>
            <a:r>
              <a:rPr lang="es-ES" b="1" err="1">
                <a:latin typeface="Segoe UI Semibold" panose="020B0502040204020203" pitchFamily="34" charset="0"/>
                <a:cs typeface="Segoe UI Semibold" panose="020B0502040204020203" pitchFamily="34" charset="0"/>
              </a:rPr>
              <a:t>Contribuição</a:t>
            </a:r>
            <a:endParaRPr lang="es-ES" b="1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40" name="Elipse 39" descr="Círculo pequeño">
            <a:extLst>
              <a:ext uri="{FF2B5EF4-FFF2-40B4-BE49-F238E27FC236}">
                <a16:creationId xmlns:a16="http://schemas.microsoft.com/office/drawing/2014/main" id="{0C3A28BB-9675-8648-9563-A663628F48F5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612154" y="2262097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41" name="Cuadro de texto 40" descr="Número 1">
            <a:extLst>
              <a:ext uri="{FF2B5EF4-FFF2-40B4-BE49-F238E27FC236}">
                <a16:creationId xmlns:a16="http://schemas.microsoft.com/office/drawing/2014/main" id="{516D502C-EEB8-7641-9141-D6049BAE3252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539528" y="2278491"/>
            <a:ext cx="55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s-ES">
                <a:solidFill>
                  <a:schemeClr val="bg1"/>
                </a:solidFill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43" name="Elipse 42" descr="Círculo pequeño">
            <a:extLst>
              <a:ext uri="{FF2B5EF4-FFF2-40B4-BE49-F238E27FC236}">
                <a16:creationId xmlns:a16="http://schemas.microsoft.com/office/drawing/2014/main" id="{E3BF4CBA-96D8-844A-846E-482C93C4A9BA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608695" y="3417603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44" name="Cuadro de texto 43" descr="Número 2">
            <a:extLst>
              <a:ext uri="{FF2B5EF4-FFF2-40B4-BE49-F238E27FC236}">
                <a16:creationId xmlns:a16="http://schemas.microsoft.com/office/drawing/2014/main" id="{4EE65486-1766-B74A-9043-DE141DDF4363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574082" y="3424641"/>
            <a:ext cx="493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s-ES">
                <a:solidFill>
                  <a:schemeClr val="bg1"/>
                </a:solidFill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45" name="Elipse 44" descr="Círculo pequeño">
            <a:extLst>
              <a:ext uri="{FF2B5EF4-FFF2-40B4-BE49-F238E27FC236}">
                <a16:creationId xmlns:a16="http://schemas.microsoft.com/office/drawing/2014/main" id="{7BB2B4E3-317E-FC4B-B166-28E804B11BF6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611131" y="4760672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47" name="Cuadro de texto 46" descr="Número 3">
            <a:extLst>
              <a:ext uri="{FF2B5EF4-FFF2-40B4-BE49-F238E27FC236}">
                <a16:creationId xmlns:a16="http://schemas.microsoft.com/office/drawing/2014/main" id="{04248951-1086-2B45-ACBA-B055B8A9B128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544582" y="4784608"/>
            <a:ext cx="55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s-ES">
                <a:solidFill>
                  <a:schemeClr val="bg1"/>
                </a:solidFill>
                <a:cs typeface="Segoe UI Semibold" panose="020B0702040204020203" pitchFamily="34" charset="0"/>
              </a:rPr>
              <a:t>3</a:t>
            </a:r>
          </a:p>
        </p:txBody>
      </p:sp>
      <p:sp>
        <p:nvSpPr>
          <p:cNvPr id="51" name="Marcador de contenido 7">
            <a:extLst>
              <a:ext uri="{FF2B5EF4-FFF2-40B4-BE49-F238E27FC236}">
                <a16:creationId xmlns:a16="http://schemas.microsoft.com/office/drawing/2014/main" id="{A6D40621-9F60-B248-A84C-7DCBF898D4DB}"/>
              </a:ext>
            </a:extLst>
          </p:cNvPr>
          <p:cNvSpPr txBox="1">
            <a:spLocks/>
          </p:cNvSpPr>
          <p:nvPr/>
        </p:nvSpPr>
        <p:spPr>
          <a:xfrm>
            <a:off x="1121811" y="2267921"/>
            <a:ext cx="4380515" cy="3652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1200"/>
              </a:spcAft>
              <a:buNone/>
            </a:pPr>
            <a:r>
              <a:rPr lang="pt-BR" sz="1800">
                <a:solidFill>
                  <a:schemeClr val="tx1"/>
                </a:solidFill>
              </a:rPr>
              <a:t>Inovação na ideia (PSK + LoRa)</a:t>
            </a:r>
          </a:p>
          <a:p>
            <a:pPr marL="0" indent="0" rtl="0">
              <a:spcAft>
                <a:spcPts val="1200"/>
              </a:spcAft>
              <a:buNone/>
            </a:pPr>
            <a:endParaRPr lang="pt-BR" sz="1800">
              <a:solidFill>
                <a:schemeClr val="tx1"/>
              </a:solidFill>
            </a:endParaRPr>
          </a:p>
          <a:p>
            <a:pPr marL="0" indent="0" rtl="0">
              <a:spcAft>
                <a:spcPts val="1200"/>
              </a:spcAft>
              <a:buNone/>
            </a:pPr>
            <a:r>
              <a:rPr lang="pt-BR" sz="1800">
                <a:solidFill>
                  <a:schemeClr val="tx1"/>
                </a:solidFill>
              </a:rPr>
              <a:t>Expressões para cálculo de BER/PER em canais AWGN e Rayleigh</a:t>
            </a:r>
          </a:p>
          <a:p>
            <a:pPr marL="0" indent="0" rtl="0">
              <a:spcAft>
                <a:spcPts val="1200"/>
              </a:spcAft>
              <a:buNone/>
            </a:pPr>
            <a:endParaRPr lang="pt-BR" sz="1800">
              <a:solidFill>
                <a:schemeClr val="tx1"/>
              </a:solidFill>
            </a:endParaRPr>
          </a:p>
          <a:p>
            <a:pPr marL="0" indent="0" rtl="0">
              <a:spcAft>
                <a:spcPts val="1200"/>
              </a:spcAft>
              <a:buNone/>
            </a:pPr>
            <a:r>
              <a:rPr lang="pt-BR" sz="1800">
                <a:solidFill>
                  <a:schemeClr val="tx1"/>
                </a:solidFill>
              </a:rPr>
              <a:t>Redução do consumo de energia</a:t>
            </a:r>
            <a:endParaRPr lang="es-ES" sz="1800">
              <a:solidFill>
                <a:schemeClr val="tx1"/>
              </a:solidFill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B1E43F33-F373-5BA1-2021-DFB9065B4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395" y="1184988"/>
            <a:ext cx="5486400" cy="5673012"/>
          </a:xfrm>
          <a:prstGeom prst="flowChartAlternateProcess">
            <a:avLst/>
          </a:prstGeom>
        </p:spPr>
      </p:pic>
    </p:spTree>
    <p:extLst>
      <p:ext uri="{BB962C8B-B14F-4D97-AF65-F5344CB8AC3E}">
        <p14:creationId xmlns:p14="http://schemas.microsoft.com/office/powerpoint/2010/main" val="405221436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536A4-29CF-EE42-405D-403DBC432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29687-49CF-BD1B-1D49-0C30FF737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/>
          <a:p>
            <a:pPr rtl="0"/>
            <a:r>
              <a:rPr lang="es-ES" b="1" err="1">
                <a:latin typeface="Segoe UI Semibold" panose="020B0502040204020203" pitchFamily="34" charset="0"/>
                <a:cs typeface="Segoe UI Semibold" panose="020B0502040204020203" pitchFamily="34" charset="0"/>
              </a:rPr>
              <a:t>Simulação</a:t>
            </a:r>
            <a:r>
              <a:rPr lang="es-ES" b="1">
                <a:latin typeface="Segoe UI Semibold" panose="020B0502040204020203" pitchFamily="34" charset="0"/>
                <a:cs typeface="Segoe UI Semibold" panose="020B0502040204020203" pitchFamily="34" charset="0"/>
              </a:rPr>
              <a:t> dos Resultados do Artigo PSK-</a:t>
            </a:r>
            <a:r>
              <a:rPr lang="es-ES" b="1" err="1">
                <a:latin typeface="Segoe UI Semibold" panose="020B0502040204020203" pitchFamily="34" charset="0"/>
                <a:cs typeface="Segoe UI Semibold" panose="020B0502040204020203" pitchFamily="34" charset="0"/>
              </a:rPr>
              <a:t>LoRa</a:t>
            </a:r>
            <a:endParaRPr lang="es-ES" b="1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3E054A4C-0432-E505-8957-C3C871AA9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3" r="5354"/>
          <a:stretch/>
        </p:blipFill>
        <p:spPr>
          <a:xfrm>
            <a:off x="2547258" y="1184988"/>
            <a:ext cx="6176864" cy="567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98644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F2510-8DB5-E3D6-2AD7-6EC77327F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0D419E-78D0-349B-70AF-6FFFC426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/>
          <a:p>
            <a:pPr rtl="0"/>
            <a:r>
              <a:rPr lang="es-ES" b="1">
                <a:latin typeface="Segoe UI Semibold" panose="020B0502040204020203" pitchFamily="34" charset="0"/>
                <a:cs typeface="Segoe UI Semibold" panose="020B0502040204020203" pitchFamily="34" charset="0"/>
              </a:rPr>
              <a:t>Simulação dos Resultados do Artigo PSK-</a:t>
            </a:r>
            <a:r>
              <a:rPr lang="es-ES" b="1" err="1">
                <a:latin typeface="Segoe UI Semibold" panose="020B0502040204020203" pitchFamily="34" charset="0"/>
                <a:cs typeface="Segoe UI Semibold" panose="020B0502040204020203" pitchFamily="34" charset="0"/>
              </a:rPr>
              <a:t>LoRa</a:t>
            </a:r>
            <a:endParaRPr lang="es-ES" b="1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A9251B19-9291-C62A-25A7-0832BF485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" y="1755896"/>
            <a:ext cx="4678375" cy="4299671"/>
          </a:xfrm>
          <a:prstGeom prst="rect">
            <a:avLst/>
          </a:prstGeom>
        </p:spPr>
      </p:pic>
      <p:pic>
        <p:nvPicPr>
          <p:cNvPr id="4" name="Image 0">
            <a:extLst>
              <a:ext uri="{FF2B5EF4-FFF2-40B4-BE49-F238E27FC236}">
                <a16:creationId xmlns:a16="http://schemas.microsoft.com/office/drawing/2014/main" id="{C341597E-829F-D6AD-6571-8A8DACE1C8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09090" y="2531689"/>
            <a:ext cx="6046542" cy="352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91948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0F04D-EC92-3B18-5EBF-BF05FD8D6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0E089-B85C-8D6F-3153-EDFB9BAF3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/>
          <a:p>
            <a:pPr rtl="0"/>
            <a:r>
              <a:rPr lang="es-BO" err="1"/>
              <a:t>Conclusões</a:t>
            </a:r>
            <a:endParaRPr lang="es-ES" b="1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AF9BC64-A110-2300-1B52-4B5DA5802BB9}"/>
              </a:ext>
            </a:extLst>
          </p:cNvPr>
          <p:cNvSpPr txBox="1"/>
          <p:nvPr/>
        </p:nvSpPr>
        <p:spPr>
          <a:xfrm>
            <a:off x="444500" y="2407299"/>
            <a:ext cx="113464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/>
              <a:t>As Figuras 2 e 3 incluem as curvas simuladas e, supostamente, as curvas teóricas de PER/BER (linhas tracejadas), mas estas últimas não estão claramente visíveis ou parecem ausentes nos </a:t>
            </a:r>
            <a:r>
              <a:rPr lang="pt-BR" err="1"/>
              <a:t>plots</a:t>
            </a:r>
            <a:r>
              <a:rPr lang="pt-BR"/>
              <a:t> publicados.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/>
              <a:t>O artigo descreve brevemente o procedimento de Monte Carlo em canais AWGN e Rayleigh, porém não detalha o processo completo—por exemplo, a geração exata de </a:t>
            </a:r>
            <a:r>
              <a:rPr lang="pt-BR" err="1"/>
              <a:t>chirps</a:t>
            </a:r>
            <a:r>
              <a:rPr lang="pt-BR"/>
              <a:t>, parâmetros de canal, número de pacotes simulados por ponto de </a:t>
            </a:r>
            <a:r>
              <a:rPr lang="pt-BR" err="1"/>
              <a:t>Eb</a:t>
            </a:r>
            <a:r>
              <a:rPr lang="pt-BR"/>
              <a:t>/N0 ou critérios de sincronização</a:t>
            </a:r>
            <a:br>
              <a:rPr lang="pt-BR"/>
            </a:br>
            <a:endParaRPr lang="pt-BR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/>
              <a:t>PSK-</a:t>
            </a:r>
            <a:r>
              <a:rPr lang="pt-BR" err="1"/>
              <a:t>LoRa</a:t>
            </a:r>
            <a:r>
              <a:rPr lang="pt-BR"/>
              <a:t> não contempla explicitamente a integração de esquemas de correção de erros (FEC</a:t>
            </a:r>
            <a:r>
              <a:rPr lang="en-US"/>
              <a:t>)</a:t>
            </a:r>
            <a:r>
              <a:rPr lang="pt-BR"/>
              <a:t> sobre a camada de bits resultante, que e uma das vantagens fundamentais da modulação </a:t>
            </a:r>
            <a:r>
              <a:rPr lang="pt-BR" err="1"/>
              <a:t>LoRa</a:t>
            </a:r>
            <a:r>
              <a:rPr lang="pt-BR"/>
              <a:t> que melhoram a tolerância a ruído e desvanecimento.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851742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24BD1-45B3-CD4E-F1CD-25A8A99F2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45DE6-7E20-2BA7-832B-5FF5CB553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/>
          <a:p>
            <a:pPr rtl="0"/>
            <a:r>
              <a:rPr lang="es-BO" err="1"/>
              <a:t>Conclusões</a:t>
            </a:r>
            <a:endParaRPr lang="es-ES" b="1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58C2C14-E96A-A78B-0FCA-303CA1FD51B1}"/>
              </a:ext>
            </a:extLst>
          </p:cNvPr>
          <p:cNvSpPr txBox="1"/>
          <p:nvPr/>
        </p:nvSpPr>
        <p:spPr>
          <a:xfrm>
            <a:off x="444500" y="2407299"/>
            <a:ext cx="1134644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/>
              <a:t>O artigo cumpre satisfatoriamente seu objetivo como contribuição de conferência ao propor um esquema original que amplia a capacidade do </a:t>
            </a:r>
            <a:r>
              <a:rPr lang="pt-BR" err="1"/>
              <a:t>LoRa</a:t>
            </a:r>
            <a:r>
              <a:rPr lang="pt-BR"/>
              <a:t> sem aumentar a largura de banda nem o consumo de potência inerente à modulação CSS. Em especial, a ideia de incorporar até NP = 2 bits adicionais de fase preserva a sensibilidade de detecção em cenários AWGN e Rayleigh além de redução no tempo de transmissão para um determinado tamanho de pacote.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/>
              <a:t>Para um trabalho de conferência, é valioso apresentar esse conceito inovador, abrir caminho para pesquisas subsequentes que abordem aspectos práticos</a:t>
            </a:r>
            <a:endParaRPr 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060586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Dyslexia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24726"/>
      </a:accent2>
      <a:accent3>
        <a:srgbClr val="9B5AC8"/>
      </a:accent3>
      <a:accent4>
        <a:srgbClr val="F0A11F"/>
      </a:accent4>
      <a:accent5>
        <a:srgbClr val="CB5BA3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5253268_TF22841449_Win32" id="{47BB32D6-87A5-4F9D-A7BA-AA8F7093DB7A}" vid="{D61690B1-3D8B-490E-AE96-A81B140D77B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2A44EB6-3BD3-4FF9-B8D1-D973C54C3ED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7DD0DBF-30B2-4FC6-A5E7-8374DC7180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44B501-5DE1-46D9-B449-400C46FE1425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Mapa mental</Template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Tema de Office</vt:lpstr>
      <vt:lpstr>A Novel Modulation for IoT: PSK-LoRa</vt:lpstr>
      <vt:lpstr>Resumo do Artigo</vt:lpstr>
      <vt:lpstr>Qualidade da Redação</vt:lpstr>
      <vt:lpstr>Equações e Gráficos</vt:lpstr>
      <vt:lpstr>Equações e Gráficos</vt:lpstr>
      <vt:lpstr>Equações e Gráficos</vt:lpstr>
      <vt:lpstr>Equações e Gráficos</vt:lpstr>
      <vt:lpstr>Relevância da Contribuição</vt:lpstr>
      <vt:lpstr>Simulação dos Resultados do Artigo PSK-LoRa</vt:lpstr>
      <vt:lpstr>Simulação dos Resultados do Artigo PSK-LoRa</vt:lpstr>
      <vt:lpstr>Conclusões</vt:lpstr>
      <vt:lpstr>Conclusões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Fabian Tavera Gutierrez</dc:creator>
  <cp:revision>1</cp:revision>
  <dcterms:created xsi:type="dcterms:W3CDTF">2025-06-02T03:21:05Z</dcterms:created>
  <dcterms:modified xsi:type="dcterms:W3CDTF">2025-06-02T17:14:37Z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