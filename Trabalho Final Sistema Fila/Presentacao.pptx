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21"/>
  </p:notesMasterIdLst>
  <p:handoutMasterIdLst>
    <p:handoutMasterId r:id="rId22"/>
  </p:handoutMasterIdLst>
  <p:sldIdLst>
    <p:sldId id="259" r:id="rId5"/>
    <p:sldId id="266" r:id="rId6"/>
    <p:sldId id="267" r:id="rId7"/>
    <p:sldId id="269" r:id="rId8"/>
    <p:sldId id="271" r:id="rId9"/>
    <p:sldId id="273" r:id="rId10"/>
    <p:sldId id="272" r:id="rId11"/>
    <p:sldId id="275" r:id="rId12"/>
    <p:sldId id="281" r:id="rId13"/>
    <p:sldId id="278" r:id="rId14"/>
    <p:sldId id="284" r:id="rId15"/>
    <p:sldId id="285" r:id="rId16"/>
    <p:sldId id="282" r:id="rId17"/>
    <p:sldId id="283" r:id="rId18"/>
    <p:sldId id="276" r:id="rId19"/>
    <p:sldId id="28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24F0B-95D6-455E-A4C4-2B550F15CDD7}" v="674" dt="2025-06-30T15:27:10.101"/>
    <p1510:client id="{F5CE48F7-2980-419A-9665-D507247E252F}" v="193" dt="2025-06-30T17:13:14.56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Fabian Tavera Gutierrez" userId="dcfcfd23-eea6-4537-a564-e0d24195ff8c" providerId="ADAL" clId="{B3F24F0B-95D6-455E-A4C4-2B550F15CDD7}"/>
    <pc:docChg chg="undo custSel addSld delSld modSld sldOrd">
      <pc:chgData name="David Fabian Tavera Gutierrez" userId="dcfcfd23-eea6-4537-a564-e0d24195ff8c" providerId="ADAL" clId="{B3F24F0B-95D6-455E-A4C4-2B550F15CDD7}" dt="2025-06-30T15:27:10.101" v="1850" actId="1035"/>
      <pc:docMkLst>
        <pc:docMk/>
      </pc:docMkLst>
      <pc:sldChg chg="addSp modSp mod">
        <pc:chgData name="David Fabian Tavera Gutierrez" userId="dcfcfd23-eea6-4537-a564-e0d24195ff8c" providerId="ADAL" clId="{B3F24F0B-95D6-455E-A4C4-2B550F15CDD7}" dt="2025-06-29T21:03:33.988" v="309" actId="1076"/>
        <pc:sldMkLst>
          <pc:docMk/>
          <pc:sldMk cId="3643968126" sldId="267"/>
        </pc:sldMkLst>
        <pc:spChg chg="mod">
          <ac:chgData name="David Fabian Tavera Gutierrez" userId="dcfcfd23-eea6-4537-a564-e0d24195ff8c" providerId="ADAL" clId="{B3F24F0B-95D6-455E-A4C4-2B550F15CDD7}" dt="2025-06-29T20:09:25.502" v="7" actId="20577"/>
          <ac:spMkLst>
            <pc:docMk/>
            <pc:sldMk cId="3643968126" sldId="267"/>
            <ac:spMk id="2" creationId="{9AEBC845-AE5A-23D2-26E5-2188B8E00F7F}"/>
          </ac:spMkLst>
        </pc:spChg>
        <pc:spChg chg="mod">
          <ac:chgData name="David Fabian Tavera Gutierrez" userId="dcfcfd23-eea6-4537-a564-e0d24195ff8c" providerId="ADAL" clId="{B3F24F0B-95D6-455E-A4C4-2B550F15CDD7}" dt="2025-06-29T20:12:01.064" v="301" actId="20577"/>
          <ac:spMkLst>
            <pc:docMk/>
            <pc:sldMk cId="3643968126" sldId="267"/>
            <ac:spMk id="3" creationId="{A83CD700-7270-58C2-8114-50B1F417112D}"/>
          </ac:spMkLst>
        </pc:spChg>
        <pc:picChg chg="add mod modCrop">
          <ac:chgData name="David Fabian Tavera Gutierrez" userId="dcfcfd23-eea6-4537-a564-e0d24195ff8c" providerId="ADAL" clId="{B3F24F0B-95D6-455E-A4C4-2B550F15CDD7}" dt="2025-06-29T21:03:33.988" v="309" actId="1076"/>
          <ac:picMkLst>
            <pc:docMk/>
            <pc:sldMk cId="3643968126" sldId="267"/>
            <ac:picMk id="5" creationId="{D545BDFE-5BF6-FB41-1C26-2ABD35AE3EBB}"/>
          </ac:picMkLst>
        </pc:picChg>
      </pc:sldChg>
      <pc:sldChg chg="modSp del mod">
        <pc:chgData name="David Fabian Tavera Gutierrez" userId="dcfcfd23-eea6-4537-a564-e0d24195ff8c" providerId="ADAL" clId="{B3F24F0B-95D6-455E-A4C4-2B550F15CDD7}" dt="2025-06-29T21:04:14.021" v="313" actId="47"/>
        <pc:sldMkLst>
          <pc:docMk/>
          <pc:sldMk cId="2837386754" sldId="268"/>
        </pc:sldMkLst>
        <pc:spChg chg="mod">
          <ac:chgData name="David Fabian Tavera Gutierrez" userId="dcfcfd23-eea6-4537-a564-e0d24195ff8c" providerId="ADAL" clId="{B3F24F0B-95D6-455E-A4C4-2B550F15CDD7}" dt="2025-06-29T21:03:49.345" v="310" actId="6549"/>
          <ac:spMkLst>
            <pc:docMk/>
            <pc:sldMk cId="2837386754" sldId="268"/>
            <ac:spMk id="3" creationId="{43BD2F15-B376-8049-5B04-6D4311207EDB}"/>
          </ac:spMkLst>
        </pc:spChg>
      </pc:sldChg>
      <pc:sldChg chg="modSp add mod">
        <pc:chgData name="David Fabian Tavera Gutierrez" userId="dcfcfd23-eea6-4537-a564-e0d24195ff8c" providerId="ADAL" clId="{B3F24F0B-95D6-455E-A4C4-2B550F15CDD7}" dt="2025-06-30T04:41:53.809" v="860" actId="313"/>
        <pc:sldMkLst>
          <pc:docMk/>
          <pc:sldMk cId="3005959652" sldId="269"/>
        </pc:sldMkLst>
        <pc:spChg chg="mod">
          <ac:chgData name="David Fabian Tavera Gutierrez" userId="dcfcfd23-eea6-4537-a564-e0d24195ff8c" providerId="ADAL" clId="{B3F24F0B-95D6-455E-A4C4-2B550F15CDD7}" dt="2025-06-30T04:41:53.809" v="860" actId="313"/>
          <ac:spMkLst>
            <pc:docMk/>
            <pc:sldMk cId="3005959652" sldId="269"/>
            <ac:spMk id="3" creationId="{A8FF4BB6-BE91-A6CD-1EE6-A22A158D3A06}"/>
          </ac:spMkLst>
        </pc:spChg>
      </pc:sldChg>
      <pc:sldChg chg="addSp delSp modSp add del mod modTransition">
        <pc:chgData name="David Fabian Tavera Gutierrez" userId="dcfcfd23-eea6-4537-a564-e0d24195ff8c" providerId="ADAL" clId="{B3F24F0B-95D6-455E-A4C4-2B550F15CDD7}" dt="2025-06-29T22:29:33.072" v="485" actId="47"/>
        <pc:sldMkLst>
          <pc:docMk/>
          <pc:sldMk cId="3431067169" sldId="270"/>
        </pc:sldMkLst>
        <pc:spChg chg="del mod">
          <ac:chgData name="David Fabian Tavera Gutierrez" userId="dcfcfd23-eea6-4537-a564-e0d24195ff8c" providerId="ADAL" clId="{B3F24F0B-95D6-455E-A4C4-2B550F15CDD7}" dt="2025-06-29T22:19:56.523" v="483" actId="478"/>
          <ac:spMkLst>
            <pc:docMk/>
            <pc:sldMk cId="3431067169" sldId="270"/>
            <ac:spMk id="2" creationId="{A3EE5146-F527-DF65-7D56-846F4DC7684C}"/>
          </ac:spMkLst>
        </pc:spChg>
        <pc:spChg chg="del mod">
          <ac:chgData name="David Fabian Tavera Gutierrez" userId="dcfcfd23-eea6-4537-a564-e0d24195ff8c" providerId="ADAL" clId="{B3F24F0B-95D6-455E-A4C4-2B550F15CDD7}" dt="2025-06-29T21:09:09.897" v="430" actId="931"/>
          <ac:spMkLst>
            <pc:docMk/>
            <pc:sldMk cId="3431067169" sldId="270"/>
            <ac:spMk id="3" creationId="{A6F76294-924B-CADE-559D-20A0E5BF1F99}"/>
          </ac:spMkLst>
        </pc:spChg>
        <pc:spChg chg="add del mod">
          <ac:chgData name="David Fabian Tavera Gutierrez" userId="dcfcfd23-eea6-4537-a564-e0d24195ff8c" providerId="ADAL" clId="{B3F24F0B-95D6-455E-A4C4-2B550F15CDD7}" dt="2025-06-29T22:15:31.615" v="453" actId="931"/>
          <ac:spMkLst>
            <pc:docMk/>
            <pc:sldMk cId="3431067169" sldId="270"/>
            <ac:spMk id="9" creationId="{D24576B4-BA66-CBF1-9BDA-2282C9FE0636}"/>
          </ac:spMkLst>
        </pc:spChg>
        <pc:spChg chg="add del mod">
          <ac:chgData name="David Fabian Tavera Gutierrez" userId="dcfcfd23-eea6-4537-a564-e0d24195ff8c" providerId="ADAL" clId="{B3F24F0B-95D6-455E-A4C4-2B550F15CDD7}" dt="2025-06-29T22:17:30.732" v="466" actId="931"/>
          <ac:spMkLst>
            <pc:docMk/>
            <pc:sldMk cId="3431067169" sldId="270"/>
            <ac:spMk id="13" creationId="{A91CFF31-CA37-6C11-09CF-244F8DC62B5F}"/>
          </ac:spMkLst>
        </pc:spChg>
        <pc:spChg chg="add del mod">
          <ac:chgData name="David Fabian Tavera Gutierrez" userId="dcfcfd23-eea6-4537-a564-e0d24195ff8c" providerId="ADAL" clId="{B3F24F0B-95D6-455E-A4C4-2B550F15CDD7}" dt="2025-06-29T22:19:59.198" v="484" actId="478"/>
          <ac:spMkLst>
            <pc:docMk/>
            <pc:sldMk cId="3431067169" sldId="270"/>
            <ac:spMk id="17" creationId="{39186CF9-014A-4596-4DB7-6FC81DD33119}"/>
          </ac:spMkLst>
        </pc:spChg>
        <pc:picChg chg="del">
          <ac:chgData name="David Fabian Tavera Gutierrez" userId="dcfcfd23-eea6-4537-a564-e0d24195ff8c" providerId="ADAL" clId="{B3F24F0B-95D6-455E-A4C4-2B550F15CDD7}" dt="2025-06-29T21:06:00.634" v="315" actId="478"/>
          <ac:picMkLst>
            <pc:docMk/>
            <pc:sldMk cId="3431067169" sldId="270"/>
            <ac:picMk id="5" creationId="{9E93E85C-A9B9-62C2-9D77-30CBF705969F}"/>
          </ac:picMkLst>
        </pc:picChg>
        <pc:picChg chg="add del mod modCrop">
          <ac:chgData name="David Fabian Tavera Gutierrez" userId="dcfcfd23-eea6-4537-a564-e0d24195ff8c" providerId="ADAL" clId="{B3F24F0B-95D6-455E-A4C4-2B550F15CDD7}" dt="2025-06-29T22:15:21.161" v="451" actId="478"/>
          <ac:picMkLst>
            <pc:docMk/>
            <pc:sldMk cId="3431067169" sldId="270"/>
            <ac:picMk id="6" creationId="{DBDF0058-52D2-5835-5E29-5B314AD7B689}"/>
          </ac:picMkLst>
        </pc:picChg>
        <pc:picChg chg="add del mod modCrop">
          <ac:chgData name="David Fabian Tavera Gutierrez" userId="dcfcfd23-eea6-4537-a564-e0d24195ff8c" providerId="ADAL" clId="{B3F24F0B-95D6-455E-A4C4-2B550F15CDD7}" dt="2025-06-29T22:15:22.767" v="452" actId="478"/>
          <ac:picMkLst>
            <pc:docMk/>
            <pc:sldMk cId="3431067169" sldId="270"/>
            <ac:picMk id="7" creationId="{E7755913-762D-DA4D-5C53-20C971D3597D}"/>
          </ac:picMkLst>
        </pc:picChg>
        <pc:picChg chg="add del mod">
          <ac:chgData name="David Fabian Tavera Gutierrez" userId="dcfcfd23-eea6-4537-a564-e0d24195ff8c" providerId="ADAL" clId="{B3F24F0B-95D6-455E-A4C4-2B550F15CDD7}" dt="2025-06-29T22:16:18.988" v="465" actId="478"/>
          <ac:picMkLst>
            <pc:docMk/>
            <pc:sldMk cId="3431067169" sldId="270"/>
            <ac:picMk id="11" creationId="{6EDF5E4B-A9BA-6937-D123-83D91E5706E2}"/>
          </ac:picMkLst>
        </pc:picChg>
        <pc:picChg chg="add mod modCrop">
          <ac:chgData name="David Fabian Tavera Gutierrez" userId="dcfcfd23-eea6-4537-a564-e0d24195ff8c" providerId="ADAL" clId="{B3F24F0B-95D6-455E-A4C4-2B550F15CDD7}" dt="2025-06-29T22:18:53.666" v="478" actId="1076"/>
          <ac:picMkLst>
            <pc:docMk/>
            <pc:sldMk cId="3431067169" sldId="270"/>
            <ac:picMk id="15" creationId="{5242BC49-0FD2-8B1D-32F1-4BAF648ECD1C}"/>
          </ac:picMkLst>
        </pc:picChg>
      </pc:sldChg>
      <pc:sldChg chg="addSp delSp modSp add mod ord modTransition">
        <pc:chgData name="David Fabian Tavera Gutierrez" userId="dcfcfd23-eea6-4537-a564-e0d24195ff8c" providerId="ADAL" clId="{B3F24F0B-95D6-455E-A4C4-2B550F15CDD7}" dt="2025-06-29T22:47:02.890" v="525" actId="1076"/>
        <pc:sldMkLst>
          <pc:docMk/>
          <pc:sldMk cId="3143597044" sldId="271"/>
        </pc:sldMkLst>
        <pc:spChg chg="add del mod">
          <ac:chgData name="David Fabian Tavera Gutierrez" userId="dcfcfd23-eea6-4537-a564-e0d24195ff8c" providerId="ADAL" clId="{B3F24F0B-95D6-455E-A4C4-2B550F15CDD7}" dt="2025-06-29T22:29:42.528" v="487" actId="931"/>
          <ac:spMkLst>
            <pc:docMk/>
            <pc:sldMk cId="3143597044" sldId="271"/>
            <ac:spMk id="4" creationId="{9E0E1C7D-3851-0B8B-C766-F1F61C38C78A}"/>
          </ac:spMkLst>
        </pc:spChg>
        <pc:spChg chg="add del mod">
          <ac:chgData name="David Fabian Tavera Gutierrez" userId="dcfcfd23-eea6-4537-a564-e0d24195ff8c" providerId="ADAL" clId="{B3F24F0B-95D6-455E-A4C4-2B550F15CDD7}" dt="2025-06-29T22:46:57.063" v="520" actId="931"/>
          <ac:spMkLst>
            <pc:docMk/>
            <pc:sldMk cId="3143597044" sldId="271"/>
            <ac:spMk id="8" creationId="{7229B6EB-EF0B-EF7F-8495-86BE9F2A22A8}"/>
          </ac:spMkLst>
        </pc:spChg>
        <pc:picChg chg="add del mod">
          <ac:chgData name="David Fabian Tavera Gutierrez" userId="dcfcfd23-eea6-4537-a564-e0d24195ff8c" providerId="ADAL" clId="{B3F24F0B-95D6-455E-A4C4-2B550F15CDD7}" dt="2025-06-29T22:46:48.212" v="519" actId="478"/>
          <ac:picMkLst>
            <pc:docMk/>
            <pc:sldMk cId="3143597044" sldId="271"/>
            <ac:picMk id="6" creationId="{BBB70B2C-876A-37D5-0195-C02B90288C98}"/>
          </ac:picMkLst>
        </pc:picChg>
        <pc:picChg chg="add mod">
          <ac:chgData name="David Fabian Tavera Gutierrez" userId="dcfcfd23-eea6-4537-a564-e0d24195ff8c" providerId="ADAL" clId="{B3F24F0B-95D6-455E-A4C4-2B550F15CDD7}" dt="2025-06-29T22:47:02.890" v="525" actId="1076"/>
          <ac:picMkLst>
            <pc:docMk/>
            <pc:sldMk cId="3143597044" sldId="271"/>
            <ac:picMk id="10" creationId="{045C5A76-C174-D08B-3500-28DABCE73879}"/>
          </ac:picMkLst>
        </pc:picChg>
        <pc:picChg chg="del mod modCrop">
          <ac:chgData name="David Fabian Tavera Gutierrez" userId="dcfcfd23-eea6-4537-a564-e0d24195ff8c" providerId="ADAL" clId="{B3F24F0B-95D6-455E-A4C4-2B550F15CDD7}" dt="2025-06-29T22:29:35.335" v="486" actId="478"/>
          <ac:picMkLst>
            <pc:docMk/>
            <pc:sldMk cId="3143597044" sldId="271"/>
            <ac:picMk id="15" creationId="{2F9428D6-A455-27DA-41D3-CC3930D78A45}"/>
          </ac:picMkLst>
        </pc:picChg>
      </pc:sldChg>
      <pc:sldChg chg="addSp delSp modSp add mod">
        <pc:chgData name="David Fabian Tavera Gutierrez" userId="dcfcfd23-eea6-4537-a564-e0d24195ff8c" providerId="ADAL" clId="{B3F24F0B-95D6-455E-A4C4-2B550F15CDD7}" dt="2025-06-29T22:35:59.802" v="515" actId="1076"/>
        <pc:sldMkLst>
          <pc:docMk/>
          <pc:sldMk cId="4264484255" sldId="272"/>
        </pc:sldMkLst>
        <pc:spChg chg="add del mod">
          <ac:chgData name="David Fabian Tavera Gutierrez" userId="dcfcfd23-eea6-4537-a564-e0d24195ff8c" providerId="ADAL" clId="{B3F24F0B-95D6-455E-A4C4-2B550F15CDD7}" dt="2025-06-29T22:35:34.364" v="507" actId="931"/>
          <ac:spMkLst>
            <pc:docMk/>
            <pc:sldMk cId="4264484255" sldId="272"/>
            <ac:spMk id="4" creationId="{DFB4FC78-914E-D562-4D9D-B079D36BA640}"/>
          </ac:spMkLst>
        </pc:spChg>
        <pc:picChg chg="del mod">
          <ac:chgData name="David Fabian Tavera Gutierrez" userId="dcfcfd23-eea6-4537-a564-e0d24195ff8c" providerId="ADAL" clId="{B3F24F0B-95D6-455E-A4C4-2B550F15CDD7}" dt="2025-06-29T22:35:27.529" v="506" actId="21"/>
          <ac:picMkLst>
            <pc:docMk/>
            <pc:sldMk cId="4264484255" sldId="272"/>
            <ac:picMk id="6" creationId="{803C4070-D63C-122A-5AAB-150C233CD18C}"/>
          </ac:picMkLst>
        </pc:picChg>
        <pc:picChg chg="add mod">
          <ac:chgData name="David Fabian Tavera Gutierrez" userId="dcfcfd23-eea6-4537-a564-e0d24195ff8c" providerId="ADAL" clId="{B3F24F0B-95D6-455E-A4C4-2B550F15CDD7}" dt="2025-06-29T22:35:59.802" v="515" actId="1076"/>
          <ac:picMkLst>
            <pc:docMk/>
            <pc:sldMk cId="4264484255" sldId="272"/>
            <ac:picMk id="7" creationId="{40093A68-3527-8043-F0E1-967C097712A3}"/>
          </ac:picMkLst>
        </pc:picChg>
      </pc:sldChg>
      <pc:sldChg chg="add">
        <pc:chgData name="David Fabian Tavera Gutierrez" userId="dcfcfd23-eea6-4537-a564-e0d24195ff8c" providerId="ADAL" clId="{B3F24F0B-95D6-455E-A4C4-2B550F15CDD7}" dt="2025-06-29T22:46:43.157" v="518" actId="2890"/>
        <pc:sldMkLst>
          <pc:docMk/>
          <pc:sldMk cId="2167544919" sldId="273"/>
        </pc:sldMkLst>
      </pc:sldChg>
      <pc:sldChg chg="add del">
        <pc:chgData name="David Fabian Tavera Gutierrez" userId="dcfcfd23-eea6-4537-a564-e0d24195ff8c" providerId="ADAL" clId="{B3F24F0B-95D6-455E-A4C4-2B550F15CDD7}" dt="2025-06-29T22:46:39.571" v="517" actId="2890"/>
        <pc:sldMkLst>
          <pc:docMk/>
          <pc:sldMk cId="2615577482" sldId="273"/>
        </pc:sldMkLst>
      </pc:sldChg>
      <pc:sldChg chg="addSp delSp modSp add mod">
        <pc:chgData name="David Fabian Tavera Gutierrez" userId="dcfcfd23-eea6-4537-a564-e0d24195ff8c" providerId="ADAL" clId="{B3F24F0B-95D6-455E-A4C4-2B550F15CDD7}" dt="2025-06-30T13:23:17.023" v="1642" actId="20577"/>
        <pc:sldMkLst>
          <pc:docMk/>
          <pc:sldMk cId="1014531757" sldId="275"/>
        </pc:sldMkLst>
        <pc:spChg chg="mod">
          <ac:chgData name="David Fabian Tavera Gutierrez" userId="dcfcfd23-eea6-4537-a564-e0d24195ff8c" providerId="ADAL" clId="{B3F24F0B-95D6-455E-A4C4-2B550F15CDD7}" dt="2025-06-30T00:35:16.210" v="621" actId="20577"/>
          <ac:spMkLst>
            <pc:docMk/>
            <pc:sldMk cId="1014531757" sldId="275"/>
            <ac:spMk id="2" creationId="{CCECB295-2EE5-7496-C464-3EAA415313CA}"/>
          </ac:spMkLst>
        </pc:spChg>
        <pc:spChg chg="add del mod">
          <ac:chgData name="David Fabian Tavera Gutierrez" userId="dcfcfd23-eea6-4537-a564-e0d24195ff8c" providerId="ADAL" clId="{B3F24F0B-95D6-455E-A4C4-2B550F15CDD7}" dt="2025-06-30T00:34:50.170" v="548" actId="478"/>
          <ac:spMkLst>
            <pc:docMk/>
            <pc:sldMk cId="1014531757" sldId="275"/>
            <ac:spMk id="4" creationId="{E57D6965-3764-A8C7-F9C8-1E2162A66714}"/>
          </ac:spMkLst>
        </pc:spChg>
        <pc:spChg chg="add del mod">
          <ac:chgData name="David Fabian Tavera Gutierrez" userId="dcfcfd23-eea6-4537-a564-e0d24195ff8c" providerId="ADAL" clId="{B3F24F0B-95D6-455E-A4C4-2B550F15CDD7}" dt="2025-06-30T12:41:57.268" v="867" actId="20577"/>
          <ac:spMkLst>
            <pc:docMk/>
            <pc:sldMk cId="1014531757" sldId="275"/>
            <ac:spMk id="5" creationId="{8501B21F-CBBF-5212-49C2-F11DF2773E7A}"/>
          </ac:spMkLst>
        </pc:spChg>
        <pc:spChg chg="add del mod">
          <ac:chgData name="David Fabian Tavera Gutierrez" userId="dcfcfd23-eea6-4537-a564-e0d24195ff8c" providerId="ADAL" clId="{B3F24F0B-95D6-455E-A4C4-2B550F15CDD7}" dt="2025-06-30T13:08:13.806" v="1383" actId="478"/>
          <ac:spMkLst>
            <pc:docMk/>
            <pc:sldMk cId="1014531757" sldId="275"/>
            <ac:spMk id="10" creationId="{5927D79F-1640-8A46-0180-E46252BCD21A}"/>
          </ac:spMkLst>
        </pc:spChg>
        <pc:spChg chg="add mod">
          <ac:chgData name="David Fabian Tavera Gutierrez" userId="dcfcfd23-eea6-4537-a564-e0d24195ff8c" providerId="ADAL" clId="{B3F24F0B-95D6-455E-A4C4-2B550F15CDD7}" dt="2025-06-30T13:23:17.023" v="1642" actId="20577"/>
          <ac:spMkLst>
            <pc:docMk/>
            <pc:sldMk cId="1014531757" sldId="275"/>
            <ac:spMk id="11" creationId="{6B88101A-71DB-FF8A-ECEE-27F8386AEA86}"/>
          </ac:spMkLst>
        </pc:spChg>
        <pc:graphicFrameChg chg="add mod modGraphic">
          <ac:chgData name="David Fabian Tavera Gutierrez" userId="dcfcfd23-eea6-4537-a564-e0d24195ff8c" providerId="ADAL" clId="{B3F24F0B-95D6-455E-A4C4-2B550F15CDD7}" dt="2025-06-30T13:05:29.845" v="1346" actId="1076"/>
          <ac:graphicFrameMkLst>
            <pc:docMk/>
            <pc:sldMk cId="1014531757" sldId="275"/>
            <ac:graphicFrameMk id="9" creationId="{C3EA304B-C783-B9C3-19D6-6EA8CB098406}"/>
          </ac:graphicFrameMkLst>
        </pc:graphicFrameChg>
        <pc:picChg chg="del">
          <ac:chgData name="David Fabian Tavera Gutierrez" userId="dcfcfd23-eea6-4537-a564-e0d24195ff8c" providerId="ADAL" clId="{B3F24F0B-95D6-455E-A4C4-2B550F15CDD7}" dt="2025-06-30T00:33:53.621" v="542" actId="478"/>
          <ac:picMkLst>
            <pc:docMk/>
            <pc:sldMk cId="1014531757" sldId="275"/>
            <ac:picMk id="7" creationId="{763525D1-5AAF-6C63-6535-AD346CDFE32C}"/>
          </ac:picMkLst>
        </pc:picChg>
        <pc:picChg chg="add del mod">
          <ac:chgData name="David Fabian Tavera Gutierrez" userId="dcfcfd23-eea6-4537-a564-e0d24195ff8c" providerId="ADAL" clId="{B3F24F0B-95D6-455E-A4C4-2B550F15CDD7}" dt="2025-06-30T12:41:37.239" v="862" actId="478"/>
          <ac:picMkLst>
            <pc:docMk/>
            <pc:sldMk cId="1014531757" sldId="275"/>
            <ac:picMk id="8" creationId="{62BC231C-200E-CD87-7CE2-5AA40EAFC46A}"/>
          </ac:picMkLst>
        </pc:picChg>
      </pc:sldChg>
      <pc:sldChg chg="modSp add del mod">
        <pc:chgData name="David Fabian Tavera Gutierrez" userId="dcfcfd23-eea6-4537-a564-e0d24195ff8c" providerId="ADAL" clId="{B3F24F0B-95D6-455E-A4C4-2B550F15CDD7}" dt="2025-06-30T15:19:47.219" v="1790" actId="47"/>
        <pc:sldMkLst>
          <pc:docMk/>
          <pc:sldMk cId="2422167652" sldId="277"/>
        </pc:sldMkLst>
        <pc:picChg chg="mod">
          <ac:chgData name="David Fabian Tavera Gutierrez" userId="dcfcfd23-eea6-4537-a564-e0d24195ff8c" providerId="ADAL" clId="{B3F24F0B-95D6-455E-A4C4-2B550F15CDD7}" dt="2025-06-30T01:27:32.533" v="762" actId="14826"/>
          <ac:picMkLst>
            <pc:docMk/>
            <pc:sldMk cId="2422167652" sldId="277"/>
            <ac:picMk id="8" creationId="{7ED1C494-04E1-5885-3126-2CB9CC5BFE6F}"/>
          </ac:picMkLst>
        </pc:picChg>
      </pc:sldChg>
      <pc:sldChg chg="new del">
        <pc:chgData name="David Fabian Tavera Gutierrez" userId="dcfcfd23-eea6-4537-a564-e0d24195ff8c" providerId="ADAL" clId="{B3F24F0B-95D6-455E-A4C4-2B550F15CDD7}" dt="2025-06-30T02:56:50.496" v="764" actId="680"/>
        <pc:sldMkLst>
          <pc:docMk/>
          <pc:sldMk cId="1625432953" sldId="278"/>
        </pc:sldMkLst>
      </pc:sldChg>
      <pc:sldChg chg="addSp delSp modSp add mod">
        <pc:chgData name="David Fabian Tavera Gutierrez" userId="dcfcfd23-eea6-4537-a564-e0d24195ff8c" providerId="ADAL" clId="{B3F24F0B-95D6-455E-A4C4-2B550F15CDD7}" dt="2025-06-30T15:27:10.101" v="1850" actId="1035"/>
        <pc:sldMkLst>
          <pc:docMk/>
          <pc:sldMk cId="4136473250" sldId="278"/>
        </pc:sldMkLst>
        <pc:spChg chg="del mod">
          <ac:chgData name="David Fabian Tavera Gutierrez" userId="dcfcfd23-eea6-4537-a564-e0d24195ff8c" providerId="ADAL" clId="{B3F24F0B-95D6-455E-A4C4-2B550F15CDD7}" dt="2025-06-30T02:57:17.950" v="769" actId="478"/>
          <ac:spMkLst>
            <pc:docMk/>
            <pc:sldMk cId="4136473250" sldId="278"/>
            <ac:spMk id="5" creationId="{E28F386D-7AC0-7B5B-8E25-D8071099D57C}"/>
          </ac:spMkLst>
        </pc:spChg>
        <pc:spChg chg="add mod">
          <ac:chgData name="David Fabian Tavera Gutierrez" userId="dcfcfd23-eea6-4537-a564-e0d24195ff8c" providerId="ADAL" clId="{B3F24F0B-95D6-455E-A4C4-2B550F15CDD7}" dt="2025-06-30T03:07:22.437" v="828" actId="20577"/>
          <ac:spMkLst>
            <pc:docMk/>
            <pc:sldMk cId="4136473250" sldId="278"/>
            <ac:spMk id="6" creationId="{E70321B5-C80B-9BB0-2B4A-52F413EC89CB}"/>
          </ac:spMkLst>
        </pc:spChg>
        <pc:picChg chg="add mod modCrop">
          <ac:chgData name="David Fabian Tavera Gutierrez" userId="dcfcfd23-eea6-4537-a564-e0d24195ff8c" providerId="ADAL" clId="{B3F24F0B-95D6-455E-A4C4-2B550F15CDD7}" dt="2025-06-30T14:12:42.368" v="1656" actId="732"/>
          <ac:picMkLst>
            <pc:docMk/>
            <pc:sldMk cId="4136473250" sldId="278"/>
            <ac:picMk id="4" creationId="{4FD5A1ED-4611-A7ED-9964-0F6B8AE894F6}"/>
          </ac:picMkLst>
        </pc:picChg>
        <pc:picChg chg="del">
          <ac:chgData name="David Fabian Tavera Gutierrez" userId="dcfcfd23-eea6-4537-a564-e0d24195ff8c" providerId="ADAL" clId="{B3F24F0B-95D6-455E-A4C4-2B550F15CDD7}" dt="2025-06-30T02:57:12.640" v="767" actId="478"/>
          <ac:picMkLst>
            <pc:docMk/>
            <pc:sldMk cId="4136473250" sldId="278"/>
            <ac:picMk id="8" creationId="{2DC05162-049E-5764-7C89-EED588314749}"/>
          </ac:picMkLst>
        </pc:picChg>
        <pc:picChg chg="add mod">
          <ac:chgData name="David Fabian Tavera Gutierrez" userId="dcfcfd23-eea6-4537-a564-e0d24195ff8c" providerId="ADAL" clId="{B3F24F0B-95D6-455E-A4C4-2B550F15CDD7}" dt="2025-06-30T15:27:10.101" v="1850" actId="1035"/>
          <ac:picMkLst>
            <pc:docMk/>
            <pc:sldMk cId="4136473250" sldId="278"/>
            <ac:picMk id="9" creationId="{14CE94BF-48CF-8F2E-14D7-5CD2A4BC81A9}"/>
          </ac:picMkLst>
        </pc:picChg>
      </pc:sldChg>
      <pc:sldChg chg="addSp modSp add del mod">
        <pc:chgData name="David Fabian Tavera Gutierrez" userId="dcfcfd23-eea6-4537-a564-e0d24195ff8c" providerId="ADAL" clId="{B3F24F0B-95D6-455E-A4C4-2B550F15CDD7}" dt="2025-06-30T14:17:25.601" v="1666" actId="47"/>
        <pc:sldMkLst>
          <pc:docMk/>
          <pc:sldMk cId="3700312157" sldId="279"/>
        </pc:sldMkLst>
        <pc:picChg chg="mod">
          <ac:chgData name="David Fabian Tavera Gutierrez" userId="dcfcfd23-eea6-4537-a564-e0d24195ff8c" providerId="ADAL" clId="{B3F24F0B-95D6-455E-A4C4-2B550F15CDD7}" dt="2025-06-30T02:58:57.949" v="773" actId="14826"/>
          <ac:picMkLst>
            <pc:docMk/>
            <pc:sldMk cId="3700312157" sldId="279"/>
            <ac:picMk id="4" creationId="{74AF09D2-5978-79F9-4CC4-E807060D957E}"/>
          </ac:picMkLst>
        </pc:picChg>
        <pc:picChg chg="add mod">
          <ac:chgData name="David Fabian Tavera Gutierrez" userId="dcfcfd23-eea6-4537-a564-e0d24195ff8c" providerId="ADAL" clId="{B3F24F0B-95D6-455E-A4C4-2B550F15CDD7}" dt="2025-06-30T14:15:26.043" v="1665" actId="1076"/>
          <ac:picMkLst>
            <pc:docMk/>
            <pc:sldMk cId="3700312157" sldId="279"/>
            <ac:picMk id="5" creationId="{32CC4068-A3AF-0125-5A6E-1BDD4D380C39}"/>
          </ac:picMkLst>
        </pc:picChg>
      </pc:sldChg>
      <pc:sldChg chg="addSp delSp modSp add del mod">
        <pc:chgData name="David Fabian Tavera Gutierrez" userId="dcfcfd23-eea6-4537-a564-e0d24195ff8c" providerId="ADAL" clId="{B3F24F0B-95D6-455E-A4C4-2B550F15CDD7}" dt="2025-06-30T15:21:02.822" v="1799" actId="47"/>
        <pc:sldMkLst>
          <pc:docMk/>
          <pc:sldMk cId="626004079" sldId="280"/>
        </pc:sldMkLst>
        <pc:spChg chg="mod">
          <ac:chgData name="David Fabian Tavera Gutierrez" userId="dcfcfd23-eea6-4537-a564-e0d24195ff8c" providerId="ADAL" clId="{B3F24F0B-95D6-455E-A4C4-2B550F15CDD7}" dt="2025-06-30T15:17:06.935" v="1789" actId="6549"/>
          <ac:spMkLst>
            <pc:docMk/>
            <pc:sldMk cId="626004079" sldId="280"/>
            <ac:spMk id="5" creationId="{0AA7DE32-C5E4-7B92-C174-7B52065FBBC1}"/>
          </ac:spMkLst>
        </pc:spChg>
        <pc:picChg chg="add mod">
          <ac:chgData name="David Fabian Tavera Gutierrez" userId="dcfcfd23-eea6-4537-a564-e0d24195ff8c" providerId="ADAL" clId="{B3F24F0B-95D6-455E-A4C4-2B550F15CDD7}" dt="2025-06-30T15:20:05.323" v="1795" actId="1076"/>
          <ac:picMkLst>
            <pc:docMk/>
            <pc:sldMk cId="626004079" sldId="280"/>
            <ac:picMk id="4" creationId="{47EF0C8E-FA61-30F9-E7CD-641CB6D5FD1F}"/>
          </ac:picMkLst>
        </pc:picChg>
        <pc:picChg chg="add">
          <ac:chgData name="David Fabian Tavera Gutierrez" userId="dcfcfd23-eea6-4537-a564-e0d24195ff8c" providerId="ADAL" clId="{B3F24F0B-95D6-455E-A4C4-2B550F15CDD7}" dt="2025-06-30T15:20:34.355" v="1796" actId="22"/>
          <ac:picMkLst>
            <pc:docMk/>
            <pc:sldMk cId="626004079" sldId="280"/>
            <ac:picMk id="7" creationId="{E5B671B9-110C-5A70-D39D-5C4EA691FC47}"/>
          </ac:picMkLst>
        </pc:picChg>
        <pc:picChg chg="del">
          <ac:chgData name="David Fabian Tavera Gutierrez" userId="dcfcfd23-eea6-4537-a564-e0d24195ff8c" providerId="ADAL" clId="{B3F24F0B-95D6-455E-A4C4-2B550F15CDD7}" dt="2025-06-30T15:19:50.354" v="1791" actId="478"/>
          <ac:picMkLst>
            <pc:docMk/>
            <pc:sldMk cId="626004079" sldId="280"/>
            <ac:picMk id="8" creationId="{C3425E57-B4DF-9389-47C3-570CBBE2EFFD}"/>
          </ac:picMkLst>
        </pc:picChg>
      </pc:sldChg>
      <pc:sldChg chg="modSp add mod">
        <pc:chgData name="David Fabian Tavera Gutierrez" userId="dcfcfd23-eea6-4537-a564-e0d24195ff8c" providerId="ADAL" clId="{B3F24F0B-95D6-455E-A4C4-2B550F15CDD7}" dt="2025-06-30T13:23:27.814" v="1654" actId="20577"/>
        <pc:sldMkLst>
          <pc:docMk/>
          <pc:sldMk cId="2706359120" sldId="281"/>
        </pc:sldMkLst>
        <pc:spChg chg="mod">
          <ac:chgData name="David Fabian Tavera Gutierrez" userId="dcfcfd23-eea6-4537-a564-e0d24195ff8c" providerId="ADAL" clId="{B3F24F0B-95D6-455E-A4C4-2B550F15CDD7}" dt="2025-06-30T13:23:27.814" v="1654" actId="20577"/>
          <ac:spMkLst>
            <pc:docMk/>
            <pc:sldMk cId="2706359120" sldId="281"/>
            <ac:spMk id="11" creationId="{A6CDDE22-12A0-404D-C2C7-FC83A7205C5E}"/>
          </ac:spMkLst>
        </pc:spChg>
        <pc:graphicFrameChg chg="modGraphic">
          <ac:chgData name="David Fabian Tavera Gutierrez" userId="dcfcfd23-eea6-4537-a564-e0d24195ff8c" providerId="ADAL" clId="{B3F24F0B-95D6-455E-A4C4-2B550F15CDD7}" dt="2025-06-30T13:22:05.543" v="1627" actId="20577"/>
          <ac:graphicFrameMkLst>
            <pc:docMk/>
            <pc:sldMk cId="2706359120" sldId="281"/>
            <ac:graphicFrameMk id="9" creationId="{B92EA567-A317-943D-34F8-20A176246667}"/>
          </ac:graphicFrameMkLst>
        </pc:graphicFrameChg>
      </pc:sldChg>
      <pc:sldChg chg="modSp new del mod ord">
        <pc:chgData name="David Fabian Tavera Gutierrez" userId="dcfcfd23-eea6-4537-a564-e0d24195ff8c" providerId="ADAL" clId="{B3F24F0B-95D6-455E-A4C4-2B550F15CDD7}" dt="2025-06-30T14:39:49.422" v="1672" actId="47"/>
        <pc:sldMkLst>
          <pc:docMk/>
          <pc:sldMk cId="1503253850" sldId="282"/>
        </pc:sldMkLst>
        <pc:spChg chg="mod">
          <ac:chgData name="David Fabian Tavera Gutierrez" userId="dcfcfd23-eea6-4537-a564-e0d24195ff8c" providerId="ADAL" clId="{B3F24F0B-95D6-455E-A4C4-2B550F15CDD7}" dt="2025-06-30T14:39:31.134" v="1671" actId="20577"/>
          <ac:spMkLst>
            <pc:docMk/>
            <pc:sldMk cId="1503253850" sldId="282"/>
            <ac:spMk id="3" creationId="{A300A374-63A1-7A6A-D143-66DF737A30E8}"/>
          </ac:spMkLst>
        </pc:spChg>
      </pc:sldChg>
      <pc:sldChg chg="delSp modSp add mod ord">
        <pc:chgData name="David Fabian Tavera Gutierrez" userId="dcfcfd23-eea6-4537-a564-e0d24195ff8c" providerId="ADAL" clId="{B3F24F0B-95D6-455E-A4C4-2B550F15CDD7}" dt="2025-06-30T15:25:16.906" v="1839" actId="20577"/>
        <pc:sldMkLst>
          <pc:docMk/>
          <pc:sldMk cId="4284489175" sldId="282"/>
        </pc:sldMkLst>
        <pc:spChg chg="mod">
          <ac:chgData name="David Fabian Tavera Gutierrez" userId="dcfcfd23-eea6-4537-a564-e0d24195ff8c" providerId="ADAL" clId="{B3F24F0B-95D6-455E-A4C4-2B550F15CDD7}" dt="2025-06-30T14:40:15.870" v="1687" actId="313"/>
          <ac:spMkLst>
            <pc:docMk/>
            <pc:sldMk cId="4284489175" sldId="282"/>
            <ac:spMk id="2" creationId="{98EC90F5-0741-3254-0F57-D32DC64F39FB}"/>
          </ac:spMkLst>
        </pc:spChg>
        <pc:spChg chg="mod">
          <ac:chgData name="David Fabian Tavera Gutierrez" userId="dcfcfd23-eea6-4537-a564-e0d24195ff8c" providerId="ADAL" clId="{B3F24F0B-95D6-455E-A4C4-2B550F15CDD7}" dt="2025-06-30T15:25:16.906" v="1839" actId="20577"/>
          <ac:spMkLst>
            <pc:docMk/>
            <pc:sldMk cId="4284489175" sldId="282"/>
            <ac:spMk id="3" creationId="{3021737F-F90F-0F0B-DCAA-46357680062D}"/>
          </ac:spMkLst>
        </pc:spChg>
        <pc:picChg chg="del">
          <ac:chgData name="David Fabian Tavera Gutierrez" userId="dcfcfd23-eea6-4537-a564-e0d24195ff8c" providerId="ADAL" clId="{B3F24F0B-95D6-455E-A4C4-2B550F15CDD7}" dt="2025-06-30T14:40:19.347" v="1688" actId="478"/>
          <ac:picMkLst>
            <pc:docMk/>
            <pc:sldMk cId="4284489175" sldId="282"/>
            <ac:picMk id="5" creationId="{BF10DF9F-A909-B9B4-2E84-518BDF5DFD9C}"/>
          </ac:picMkLst>
        </pc:picChg>
      </pc:sldChg>
      <pc:sldChg chg="modSp add mod">
        <pc:chgData name="David Fabian Tavera Gutierrez" userId="dcfcfd23-eea6-4537-a564-e0d24195ff8c" providerId="ADAL" clId="{B3F24F0B-95D6-455E-A4C4-2B550F15CDD7}" dt="2025-06-30T14:56:08.433" v="1788" actId="20577"/>
        <pc:sldMkLst>
          <pc:docMk/>
          <pc:sldMk cId="3479434319" sldId="283"/>
        </pc:sldMkLst>
        <pc:spChg chg="mod">
          <ac:chgData name="David Fabian Tavera Gutierrez" userId="dcfcfd23-eea6-4537-a564-e0d24195ff8c" providerId="ADAL" clId="{B3F24F0B-95D6-455E-A4C4-2B550F15CDD7}" dt="2025-06-30T14:56:08.433" v="1788" actId="20577"/>
          <ac:spMkLst>
            <pc:docMk/>
            <pc:sldMk cId="3479434319" sldId="283"/>
            <ac:spMk id="3" creationId="{36EEDCD7-FBE0-4454-7694-99845FE03D8D}"/>
          </ac:spMkLst>
        </pc:spChg>
      </pc:sldChg>
      <pc:sldChg chg="delSp modSp add mod ord">
        <pc:chgData name="David Fabian Tavera Gutierrez" userId="dcfcfd23-eea6-4537-a564-e0d24195ff8c" providerId="ADAL" clId="{B3F24F0B-95D6-455E-A4C4-2B550F15CDD7}" dt="2025-06-30T15:22:51.913" v="1818"/>
        <pc:sldMkLst>
          <pc:docMk/>
          <pc:sldMk cId="894062410" sldId="284"/>
        </pc:sldMkLst>
        <pc:spChg chg="del mod">
          <ac:chgData name="David Fabian Tavera Gutierrez" userId="dcfcfd23-eea6-4537-a564-e0d24195ff8c" providerId="ADAL" clId="{B3F24F0B-95D6-455E-A4C4-2B550F15CDD7}" dt="2025-06-30T15:21:37.418" v="1806" actId="478"/>
          <ac:spMkLst>
            <pc:docMk/>
            <pc:sldMk cId="894062410" sldId="284"/>
            <ac:spMk id="5" creationId="{6C1E577B-EE03-F870-2032-B744544BE412}"/>
          </ac:spMkLst>
        </pc:spChg>
        <pc:picChg chg="mod">
          <ac:chgData name="David Fabian Tavera Gutierrez" userId="dcfcfd23-eea6-4537-a564-e0d24195ff8c" providerId="ADAL" clId="{B3F24F0B-95D6-455E-A4C4-2B550F15CDD7}" dt="2025-06-30T15:22:23.963" v="1813" actId="14100"/>
          <ac:picMkLst>
            <pc:docMk/>
            <pc:sldMk cId="894062410" sldId="284"/>
            <ac:picMk id="4" creationId="{8C417A2F-7967-61EA-6ECF-F48BFA604C7F}"/>
          </ac:picMkLst>
        </pc:picChg>
        <pc:picChg chg="del mod">
          <ac:chgData name="David Fabian Tavera Gutierrez" userId="dcfcfd23-eea6-4537-a564-e0d24195ff8c" providerId="ADAL" clId="{B3F24F0B-95D6-455E-A4C4-2B550F15CDD7}" dt="2025-06-30T15:22:09.435" v="1812" actId="478"/>
          <ac:picMkLst>
            <pc:docMk/>
            <pc:sldMk cId="894062410" sldId="284"/>
            <ac:picMk id="7" creationId="{D0BEE887-C9C3-6D84-21DB-E2B7C06BFDF7}"/>
          </ac:picMkLst>
        </pc:picChg>
      </pc:sldChg>
      <pc:sldChg chg="modSp add mod ord">
        <pc:chgData name="David Fabian Tavera Gutierrez" userId="dcfcfd23-eea6-4537-a564-e0d24195ff8c" providerId="ADAL" clId="{B3F24F0B-95D6-455E-A4C4-2B550F15CDD7}" dt="2025-06-30T15:22:49.081" v="1816"/>
        <pc:sldMkLst>
          <pc:docMk/>
          <pc:sldMk cId="2656753370" sldId="285"/>
        </pc:sldMkLst>
        <pc:picChg chg="mod">
          <ac:chgData name="David Fabian Tavera Gutierrez" userId="dcfcfd23-eea6-4537-a564-e0d24195ff8c" providerId="ADAL" clId="{B3F24F0B-95D6-455E-A4C4-2B550F15CDD7}" dt="2025-06-30T15:22:32.223" v="1814" actId="14100"/>
          <ac:picMkLst>
            <pc:docMk/>
            <pc:sldMk cId="2656753370" sldId="285"/>
            <ac:picMk id="7" creationId="{9F26F032-A6DD-5885-6D5D-2EFC42F9F89D}"/>
          </ac:picMkLst>
        </pc:picChg>
      </pc:sldChg>
    </pc:docChg>
  </pc:docChgLst>
  <pc:docChgLst>
    <pc:chgData name="Luis Enrique Cardozo Ramirez" userId="f5129c22-1525-4e3a-90c2-a88b17347b73" providerId="ADAL" clId="{F5CE48F7-2980-419A-9665-D507247E252F}"/>
    <pc:docChg chg="undo custSel addSld delSld modSld sldOrd modMainMaster">
      <pc:chgData name="Luis Enrique Cardozo Ramirez" userId="f5129c22-1525-4e3a-90c2-a88b17347b73" providerId="ADAL" clId="{F5CE48F7-2980-419A-9665-D507247E252F}" dt="2025-06-30T17:13:14.564" v="187" actId="20577"/>
      <pc:docMkLst>
        <pc:docMk/>
      </pc:docMkLst>
      <pc:sldChg chg="add del">
        <pc:chgData name="Luis Enrique Cardozo Ramirez" userId="f5129c22-1525-4e3a-90c2-a88b17347b73" providerId="ADAL" clId="{F5CE48F7-2980-419A-9665-D507247E252F}" dt="2025-06-29T22:56:52.462" v="15" actId="47"/>
        <pc:sldMkLst>
          <pc:docMk/>
          <pc:sldMk cId="0" sldId="257"/>
        </pc:sldMkLst>
      </pc:sldChg>
      <pc:sldChg chg="addSp delSp modSp mod">
        <pc:chgData name="Luis Enrique Cardozo Ramirez" userId="f5129c22-1525-4e3a-90c2-a88b17347b73" providerId="ADAL" clId="{F5CE48F7-2980-419A-9665-D507247E252F}" dt="2025-06-30T00:39:47.369" v="69" actId="790"/>
        <pc:sldMkLst>
          <pc:docMk/>
          <pc:sldMk cId="2838590274" sldId="259"/>
        </pc:sldMkLst>
        <pc:spChg chg="add mod">
          <ac:chgData name="Luis Enrique Cardozo Ramirez" userId="f5129c22-1525-4e3a-90c2-a88b17347b73" providerId="ADAL" clId="{F5CE48F7-2980-419A-9665-D507247E252F}" dt="2025-06-29T23:11:25.830" v="29"/>
          <ac:spMkLst>
            <pc:docMk/>
            <pc:sldMk cId="2838590274" sldId="259"/>
            <ac:spMk id="2" creationId="{CBF6A02C-D956-EABE-FAFE-77D64E4F9F6D}"/>
          </ac:spMkLst>
        </pc:spChg>
        <pc:spChg chg="add del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838590274" sldId="259"/>
            <ac:spMk id="4" creationId="{8775583F-376C-40AE-9849-09070F0B5E51}"/>
          </ac:spMkLst>
        </pc:spChg>
        <pc:spChg chg="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838590274" sldId="259"/>
            <ac:spMk id="5" creationId="{7165814A-5271-4039-9F12-014787DA9EF7}"/>
          </ac:spMkLst>
        </pc:spChg>
        <pc:picChg chg="add del mod">
          <ac:chgData name="Luis Enrique Cardozo Ramirez" userId="f5129c22-1525-4e3a-90c2-a88b17347b73" providerId="ADAL" clId="{F5CE48F7-2980-419A-9665-D507247E252F}" dt="2025-06-29T23:11:59.707" v="40" actId="14100"/>
          <ac:picMkLst>
            <pc:docMk/>
            <pc:sldMk cId="2838590274" sldId="259"/>
            <ac:picMk id="1026" creationId="{00720A27-CAAC-B932-331B-AF59CFFC8F4C}"/>
          </ac:picMkLst>
        </pc:picChg>
      </pc:sldChg>
      <pc:sldChg chg="delSp modSp add del mod ord">
        <pc:chgData name="Luis Enrique Cardozo Ramirez" userId="f5129c22-1525-4e3a-90c2-a88b17347b73" providerId="ADAL" clId="{F5CE48F7-2980-419A-9665-D507247E252F}" dt="2025-06-30T00:38:04.496" v="68" actId="47"/>
        <pc:sldMkLst>
          <pc:docMk/>
          <pc:sldMk cId="3840679169" sldId="264"/>
        </pc:sldMkLst>
        <pc:spChg chg="del">
          <ac:chgData name="Luis Enrique Cardozo Ramirez" userId="f5129c22-1525-4e3a-90c2-a88b17347b73" providerId="ADAL" clId="{F5CE48F7-2980-419A-9665-D507247E252F}" dt="2025-06-30T00:37:53.716" v="66" actId="21"/>
          <ac:spMkLst>
            <pc:docMk/>
            <pc:sldMk cId="3840679169" sldId="264"/>
            <ac:spMk id="4" creationId="{9B5AE76C-FC65-1EB4-70A6-F3784BF3F7CE}"/>
          </ac:spMkLst>
        </pc:spChg>
        <pc:spChg chg="del">
          <ac:chgData name="Luis Enrique Cardozo Ramirez" userId="f5129c22-1525-4e3a-90c2-a88b17347b73" providerId="ADAL" clId="{F5CE48F7-2980-419A-9665-D507247E252F}" dt="2025-06-30T00:37:53.716" v="66" actId="21"/>
          <ac:spMkLst>
            <pc:docMk/>
            <pc:sldMk cId="3840679169" sldId="264"/>
            <ac:spMk id="5" creationId="{C2CB77D3-107E-9853-AAA6-FDFF8B165B52}"/>
          </ac:spMkLst>
        </pc:spChg>
        <pc:spChg chg="del mod">
          <ac:chgData name="Luis Enrique Cardozo Ramirez" userId="f5129c22-1525-4e3a-90c2-a88b17347b73" providerId="ADAL" clId="{F5CE48F7-2980-419A-9665-D507247E252F}" dt="2025-06-30T00:37:53.716" v="66" actId="21"/>
          <ac:spMkLst>
            <pc:docMk/>
            <pc:sldMk cId="3840679169" sldId="264"/>
            <ac:spMk id="7" creationId="{FE66F874-6BC2-3243-CD64-0314A6D247DA}"/>
          </ac:spMkLst>
        </pc:spChg>
        <pc:spChg chg="del">
          <ac:chgData name="Luis Enrique Cardozo Ramirez" userId="f5129c22-1525-4e3a-90c2-a88b17347b73" providerId="ADAL" clId="{F5CE48F7-2980-419A-9665-D507247E252F}" dt="2025-06-30T00:37:53.716" v="66" actId="21"/>
          <ac:spMkLst>
            <pc:docMk/>
            <pc:sldMk cId="3840679169" sldId="264"/>
            <ac:spMk id="8" creationId="{DBB0623E-692A-FD55-AE5D-9D48DE7F9E94}"/>
          </ac:spMkLst>
        </pc:spChg>
        <pc:picChg chg="del">
          <ac:chgData name="Luis Enrique Cardozo Ramirez" userId="f5129c22-1525-4e3a-90c2-a88b17347b73" providerId="ADAL" clId="{F5CE48F7-2980-419A-9665-D507247E252F}" dt="2025-06-30T00:37:53.716" v="66" actId="21"/>
          <ac:picMkLst>
            <pc:docMk/>
            <pc:sldMk cId="3840679169" sldId="264"/>
            <ac:picMk id="3" creationId="{F4EF7D3C-1758-6FB2-65C1-9148A0337E60}"/>
          </ac:picMkLst>
        </pc:picChg>
        <pc:picChg chg="del">
          <ac:chgData name="Luis Enrique Cardozo Ramirez" userId="f5129c22-1525-4e3a-90c2-a88b17347b73" providerId="ADAL" clId="{F5CE48F7-2980-419A-9665-D507247E252F}" dt="2025-06-30T00:37:53.716" v="66" actId="21"/>
          <ac:picMkLst>
            <pc:docMk/>
            <pc:sldMk cId="3840679169" sldId="264"/>
            <ac:picMk id="6" creationId="{4347FD54-7D8B-4494-5B5D-D9A4DBB0D147}"/>
          </ac:picMkLst>
        </pc:picChg>
      </pc:sldChg>
      <pc:sldChg chg="addSp delSp modSp mod modClrScheme chgLayout">
        <pc:chgData name="Luis Enrique Cardozo Ramirez" userId="f5129c22-1525-4e3a-90c2-a88b17347b73" providerId="ADAL" clId="{F5CE48F7-2980-419A-9665-D507247E252F}" dt="2025-06-30T15:52:24.343" v="156"/>
        <pc:sldMkLst>
          <pc:docMk/>
          <pc:sldMk cId="1079432290" sldId="266"/>
        </pc:sldMkLst>
        <pc:spChg chg="mod">
          <ac:chgData name="Luis Enrique Cardozo Ramirez" userId="f5129c22-1525-4e3a-90c2-a88b17347b73" providerId="ADAL" clId="{F5CE48F7-2980-419A-9665-D507247E252F}" dt="2025-06-30T15:51:06.110" v="127" actId="26606"/>
          <ac:spMkLst>
            <pc:docMk/>
            <pc:sldMk cId="1079432290" sldId="266"/>
            <ac:spMk id="2" creationId="{0953BD17-A7FE-4352-9D7A-10482C6865A6}"/>
          </ac:spMkLst>
        </pc:spChg>
        <pc:spChg chg="mod ord">
          <ac:chgData name="Luis Enrique Cardozo Ramirez" userId="f5129c22-1525-4e3a-90c2-a88b17347b73" providerId="ADAL" clId="{F5CE48F7-2980-419A-9665-D507247E252F}" dt="2025-06-30T15:52:24.343" v="156"/>
          <ac:spMkLst>
            <pc:docMk/>
            <pc:sldMk cId="1079432290" sldId="266"/>
            <ac:spMk id="3" creationId="{4B3C1D5B-11AC-48D7-B0A0-63BC88617D64}"/>
          </ac:spMkLst>
        </pc:spChg>
        <pc:spChg chg="add">
          <ac:chgData name="Luis Enrique Cardozo Ramirez" userId="f5129c22-1525-4e3a-90c2-a88b17347b73" providerId="ADAL" clId="{F5CE48F7-2980-419A-9665-D507247E252F}" dt="2025-06-30T04:29:12.116" v="70"/>
          <ac:spMkLst>
            <pc:docMk/>
            <pc:sldMk cId="1079432290" sldId="266"/>
            <ac:spMk id="6" creationId="{64E37326-C329-FDF5-1BAA-A4B1419889FE}"/>
          </ac:spMkLst>
        </pc:spChg>
        <pc:spChg chg="add">
          <ac:chgData name="Luis Enrique Cardozo Ramirez" userId="f5129c22-1525-4e3a-90c2-a88b17347b73" providerId="ADAL" clId="{F5CE48F7-2980-419A-9665-D507247E252F}" dt="2025-06-30T04:29:15.411" v="72"/>
          <ac:spMkLst>
            <pc:docMk/>
            <pc:sldMk cId="1079432290" sldId="266"/>
            <ac:spMk id="7" creationId="{4452075B-B6A7-12C6-F0F9-3E2B4652C348}"/>
          </ac:spMkLst>
        </pc:spChg>
        <pc:picChg chg="add del mod">
          <ac:chgData name="Luis Enrique Cardozo Ramirez" userId="f5129c22-1525-4e3a-90c2-a88b17347b73" providerId="ADAL" clId="{F5CE48F7-2980-419A-9665-D507247E252F}" dt="2025-06-30T15:46:34.059" v="111" actId="478"/>
          <ac:picMkLst>
            <pc:docMk/>
            <pc:sldMk cId="1079432290" sldId="266"/>
            <ac:picMk id="5" creationId="{0E9E00CC-49BC-5D6C-5037-C835A8FAAF9C}"/>
          </ac:picMkLst>
        </pc:picChg>
        <pc:picChg chg="del">
          <ac:chgData name="Luis Enrique Cardozo Ramirez" userId="f5129c22-1525-4e3a-90c2-a88b17347b73" providerId="ADAL" clId="{F5CE48F7-2980-419A-9665-D507247E252F}" dt="2025-06-29T22:54:52.021" v="10" actId="478"/>
          <ac:picMkLst>
            <pc:docMk/>
            <pc:sldMk cId="1079432290" sldId="266"/>
            <ac:picMk id="11" creationId="{B6DC2883-7FFD-50E2-048D-D45B181F7F49}"/>
          </ac:picMkLst>
        </pc:picChg>
        <pc:picChg chg="add mod ord">
          <ac:chgData name="Luis Enrique Cardozo Ramirez" userId="f5129c22-1525-4e3a-90c2-a88b17347b73" providerId="ADAL" clId="{F5CE48F7-2980-419A-9665-D507247E252F}" dt="2025-06-30T15:51:08.341" v="130" actId="1076"/>
          <ac:picMkLst>
            <pc:docMk/>
            <pc:sldMk cId="1079432290" sldId="266"/>
            <ac:picMk id="2052" creationId="{E3DAC3D9-F894-5705-5F29-41CBA2299A97}"/>
          </ac:picMkLst>
        </pc:picChg>
        <pc:picChg chg="add mod">
          <ac:chgData name="Luis Enrique Cardozo Ramirez" userId="f5129c22-1525-4e3a-90c2-a88b17347b73" providerId="ADAL" clId="{F5CE48F7-2980-419A-9665-D507247E252F}" dt="2025-06-30T15:51:52.181" v="144" actId="14100"/>
          <ac:picMkLst>
            <pc:docMk/>
            <pc:sldMk cId="1079432290" sldId="266"/>
            <ac:picMk id="2054" creationId="{2F2C7A8D-556F-21CE-3797-78DCD1C915AB}"/>
          </ac:picMkLst>
        </pc:picChg>
      </pc:sldChg>
      <pc:sldChg chg="addSp modSp mod">
        <pc:chgData name="Luis Enrique Cardozo Ramirez" userId="f5129c22-1525-4e3a-90c2-a88b17347b73" providerId="ADAL" clId="{F5CE48F7-2980-419A-9665-D507247E252F}" dt="2025-06-30T04:31:33.836" v="91" actId="20577"/>
        <pc:sldMkLst>
          <pc:docMk/>
          <pc:sldMk cId="3643968126" sldId="267"/>
        </pc:sldMkLst>
        <pc:spChg chg="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3643968126" sldId="267"/>
            <ac:spMk id="2" creationId="{9AEBC845-AE5A-23D2-26E5-2188B8E00F7F}"/>
          </ac:spMkLst>
        </pc:spChg>
        <pc:spChg chg="mod">
          <ac:chgData name="Luis Enrique Cardozo Ramirez" userId="f5129c22-1525-4e3a-90c2-a88b17347b73" providerId="ADAL" clId="{F5CE48F7-2980-419A-9665-D507247E252F}" dt="2025-06-30T04:31:33.836" v="91" actId="20577"/>
          <ac:spMkLst>
            <pc:docMk/>
            <pc:sldMk cId="3643968126" sldId="267"/>
            <ac:spMk id="3" creationId="{A83CD700-7270-58C2-8114-50B1F417112D}"/>
          </ac:spMkLst>
        </pc:spChg>
        <pc:spChg chg="add mod">
          <ac:chgData name="Luis Enrique Cardozo Ramirez" userId="f5129c22-1525-4e3a-90c2-a88b17347b73" providerId="ADAL" clId="{F5CE48F7-2980-419A-9665-D507247E252F}" dt="2025-06-29T22:51:58.524" v="4" actId="1076"/>
          <ac:spMkLst>
            <pc:docMk/>
            <pc:sldMk cId="3643968126" sldId="267"/>
            <ac:spMk id="4" creationId="{E837CAA1-01C4-9AC7-154E-CCA6CE8A9390}"/>
          </ac:spMkLst>
        </pc:spChg>
        <pc:spChg chg="add mod">
          <ac:chgData name="Luis Enrique Cardozo Ramirez" userId="f5129c22-1525-4e3a-90c2-a88b17347b73" providerId="ADAL" clId="{F5CE48F7-2980-419A-9665-D507247E252F}" dt="2025-06-29T22:51:58.524" v="4" actId="1076"/>
          <ac:spMkLst>
            <pc:docMk/>
            <pc:sldMk cId="3643968126" sldId="267"/>
            <ac:spMk id="6" creationId="{B27287B6-EDA7-4840-A590-57359891C82D}"/>
          </ac:spMkLst>
        </pc:spChg>
        <pc:spChg chg="add mod">
          <ac:chgData name="Luis Enrique Cardozo Ramirez" userId="f5129c22-1525-4e3a-90c2-a88b17347b73" providerId="ADAL" clId="{F5CE48F7-2980-419A-9665-D507247E252F}" dt="2025-06-29T22:51:58.524" v="4" actId="1076"/>
          <ac:spMkLst>
            <pc:docMk/>
            <pc:sldMk cId="3643968126" sldId="267"/>
            <ac:spMk id="7" creationId="{33605DDD-7650-957D-AFD6-DB2AC889FF29}"/>
          </ac:spMkLst>
        </pc:spChg>
        <pc:spChg chg="add mod">
          <ac:chgData name="Luis Enrique Cardozo Ramirez" userId="f5129c22-1525-4e3a-90c2-a88b17347b73" providerId="ADAL" clId="{F5CE48F7-2980-419A-9665-D507247E252F}" dt="2025-06-29T22:51:58.524" v="4" actId="1076"/>
          <ac:spMkLst>
            <pc:docMk/>
            <pc:sldMk cId="3643968126" sldId="267"/>
            <ac:spMk id="8" creationId="{FB0EDBA3-A9F7-AADA-05FB-6C036C15CD7F}"/>
          </ac:spMkLst>
        </pc:spChg>
        <pc:spChg chg="add mod">
          <ac:chgData name="Luis Enrique Cardozo Ramirez" userId="f5129c22-1525-4e3a-90c2-a88b17347b73" providerId="ADAL" clId="{F5CE48F7-2980-419A-9665-D507247E252F}" dt="2025-06-29T22:51:58.524" v="4" actId="1076"/>
          <ac:spMkLst>
            <pc:docMk/>
            <pc:sldMk cId="3643968126" sldId="267"/>
            <ac:spMk id="9" creationId="{E9436C99-D08B-DD42-650A-5523CF1300D4}"/>
          </ac:spMkLst>
        </pc:spChg>
        <pc:spChg chg="add mod">
          <ac:chgData name="Luis Enrique Cardozo Ramirez" userId="f5129c22-1525-4e3a-90c2-a88b17347b73" providerId="ADAL" clId="{F5CE48F7-2980-419A-9665-D507247E252F}" dt="2025-06-29T22:51:58.524" v="4" actId="1076"/>
          <ac:spMkLst>
            <pc:docMk/>
            <pc:sldMk cId="3643968126" sldId="267"/>
            <ac:spMk id="10" creationId="{AEFEF743-0FE5-AA02-A42D-35CE3C1C5103}"/>
          </ac:spMkLst>
        </pc:spChg>
        <pc:spChg chg="add mod">
          <ac:chgData name="Luis Enrique Cardozo Ramirez" userId="f5129c22-1525-4e3a-90c2-a88b17347b73" providerId="ADAL" clId="{F5CE48F7-2980-419A-9665-D507247E252F}" dt="2025-06-29T22:51:58.524" v="4" actId="1076"/>
          <ac:spMkLst>
            <pc:docMk/>
            <pc:sldMk cId="3643968126" sldId="267"/>
            <ac:spMk id="11" creationId="{F3D77351-07A5-D40F-DA6C-D1AE7993E708}"/>
          </ac:spMkLst>
        </pc:spChg>
        <pc:spChg chg="add mod">
          <ac:chgData name="Luis Enrique Cardozo Ramirez" userId="f5129c22-1525-4e3a-90c2-a88b17347b73" providerId="ADAL" clId="{F5CE48F7-2980-419A-9665-D507247E252F}" dt="2025-06-29T22:51:58.524" v="4" actId="1076"/>
          <ac:spMkLst>
            <pc:docMk/>
            <pc:sldMk cId="3643968126" sldId="267"/>
            <ac:spMk id="12" creationId="{D595F6BC-27D9-4829-0C09-E856A86C1508}"/>
          </ac:spMkLst>
        </pc:spChg>
        <pc:spChg chg="add mod">
          <ac:chgData name="Luis Enrique Cardozo Ramirez" userId="f5129c22-1525-4e3a-90c2-a88b17347b73" providerId="ADAL" clId="{F5CE48F7-2980-419A-9665-D507247E252F}" dt="2025-06-29T22:51:58.524" v="4" actId="1076"/>
          <ac:spMkLst>
            <pc:docMk/>
            <pc:sldMk cId="3643968126" sldId="267"/>
            <ac:spMk id="13" creationId="{F779B9A9-24F4-B685-35A6-64F25C3F4CDE}"/>
          </ac:spMkLst>
        </pc:spChg>
      </pc:sldChg>
      <pc:sldChg chg="modSp mod">
        <pc:chgData name="Luis Enrique Cardozo Ramirez" userId="f5129c22-1525-4e3a-90c2-a88b17347b73" providerId="ADAL" clId="{F5CE48F7-2980-419A-9665-D507247E252F}" dt="2025-06-30T04:43:38.380" v="110"/>
        <pc:sldMkLst>
          <pc:docMk/>
          <pc:sldMk cId="3005959652" sldId="269"/>
        </pc:sldMkLst>
        <pc:spChg chg="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3005959652" sldId="269"/>
            <ac:spMk id="2" creationId="{E8C20D5E-7DC1-3798-FE50-31EBCB942EBC}"/>
          </ac:spMkLst>
        </pc:spChg>
        <pc:spChg chg="mod">
          <ac:chgData name="Luis Enrique Cardozo Ramirez" userId="f5129c22-1525-4e3a-90c2-a88b17347b73" providerId="ADAL" clId="{F5CE48F7-2980-419A-9665-D507247E252F}" dt="2025-06-30T04:43:38.380" v="110"/>
          <ac:spMkLst>
            <pc:docMk/>
            <pc:sldMk cId="3005959652" sldId="269"/>
            <ac:spMk id="3" creationId="{A8FF4BB6-BE91-A6CD-1EE6-A22A158D3A06}"/>
          </ac:spMkLst>
        </pc:spChg>
      </pc:sldChg>
      <pc:sldChg chg="modSp mod">
        <pc:chgData name="Luis Enrique Cardozo Ramirez" userId="f5129c22-1525-4e3a-90c2-a88b17347b73" providerId="ADAL" clId="{F5CE48F7-2980-419A-9665-D507247E252F}" dt="2025-06-30T00:39:47.369" v="69" actId="790"/>
        <pc:sldMkLst>
          <pc:docMk/>
          <pc:sldMk cId="3143597044" sldId="271"/>
        </pc:sldMkLst>
        <pc:spChg chg="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3143597044" sldId="271"/>
            <ac:spMk id="2" creationId="{351142A3-C4C7-15B7-746F-8D2498CFF3B3}"/>
          </ac:spMkLst>
        </pc:spChg>
        <pc:picChg chg="mod">
          <ac:chgData name="Luis Enrique Cardozo Ramirez" userId="f5129c22-1525-4e3a-90c2-a88b17347b73" providerId="ADAL" clId="{F5CE48F7-2980-419A-9665-D507247E252F}" dt="2025-06-30T00:33:33.599" v="49" actId="14100"/>
          <ac:picMkLst>
            <pc:docMk/>
            <pc:sldMk cId="3143597044" sldId="271"/>
            <ac:picMk id="10" creationId="{045C5A76-C174-D08B-3500-28DABCE73879}"/>
          </ac:picMkLst>
        </pc:picChg>
      </pc:sldChg>
      <pc:sldChg chg="modSp mod">
        <pc:chgData name="Luis Enrique Cardozo Ramirez" userId="f5129c22-1525-4e3a-90c2-a88b17347b73" providerId="ADAL" clId="{F5CE48F7-2980-419A-9665-D507247E252F}" dt="2025-06-30T00:39:47.369" v="69" actId="790"/>
        <pc:sldMkLst>
          <pc:docMk/>
          <pc:sldMk cId="4264484255" sldId="272"/>
        </pc:sldMkLst>
        <pc:spChg chg="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4264484255" sldId="272"/>
            <ac:spMk id="2" creationId="{BC0D400C-C847-1C8F-CA1B-E885FFD5E7D5}"/>
          </ac:spMkLst>
        </pc:spChg>
        <pc:picChg chg="mod">
          <ac:chgData name="Luis Enrique Cardozo Ramirez" userId="f5129c22-1525-4e3a-90c2-a88b17347b73" providerId="ADAL" clId="{F5CE48F7-2980-419A-9665-D507247E252F}" dt="2025-06-30T00:33:47.923" v="51" actId="14100"/>
          <ac:picMkLst>
            <pc:docMk/>
            <pc:sldMk cId="4264484255" sldId="272"/>
            <ac:picMk id="7" creationId="{40093A68-3527-8043-F0E1-967C097712A3}"/>
          </ac:picMkLst>
        </pc:picChg>
      </pc:sldChg>
      <pc:sldChg chg="modSp mod">
        <pc:chgData name="Luis Enrique Cardozo Ramirez" userId="f5129c22-1525-4e3a-90c2-a88b17347b73" providerId="ADAL" clId="{F5CE48F7-2980-419A-9665-D507247E252F}" dt="2025-06-30T00:39:47.369" v="69" actId="790"/>
        <pc:sldMkLst>
          <pc:docMk/>
          <pc:sldMk cId="2167544919" sldId="273"/>
        </pc:sldMkLst>
        <pc:spChg chg="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167544919" sldId="273"/>
            <ac:spMk id="2" creationId="{D4B9ACA2-8B0C-77F9-0185-56B0BEE16BF9}"/>
          </ac:spMkLst>
        </pc:spChg>
        <pc:picChg chg="mod">
          <ac:chgData name="Luis Enrique Cardozo Ramirez" userId="f5129c22-1525-4e3a-90c2-a88b17347b73" providerId="ADAL" clId="{F5CE48F7-2980-419A-9665-D507247E252F}" dt="2025-06-30T00:33:39.599" v="50" actId="14100"/>
          <ac:picMkLst>
            <pc:docMk/>
            <pc:sldMk cId="2167544919" sldId="273"/>
            <ac:picMk id="6" creationId="{231BBD2F-BEDD-B5BA-5FFE-52714E8A045F}"/>
          </ac:picMkLst>
        </pc:picChg>
      </pc:sldChg>
      <pc:sldChg chg="addSp delSp modSp add del mod">
        <pc:chgData name="Luis Enrique Cardozo Ramirez" userId="f5129c22-1525-4e3a-90c2-a88b17347b73" providerId="ADAL" clId="{F5CE48F7-2980-419A-9665-D507247E252F}" dt="2025-06-30T04:42:19.606" v="102" actId="2696"/>
        <pc:sldMkLst>
          <pc:docMk/>
          <pc:sldMk cId="2699560191" sldId="274"/>
        </pc:sldMkLst>
        <pc:spChg chg="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699560191" sldId="274"/>
            <ac:spMk id="2" creationId="{8430A05A-4F78-3706-E7C4-822127148A06}"/>
          </ac:spMkLst>
        </pc:spChg>
        <pc:spChg chg="del">
          <ac:chgData name="Luis Enrique Cardozo Ramirez" userId="f5129c22-1525-4e3a-90c2-a88b17347b73" providerId="ADAL" clId="{F5CE48F7-2980-419A-9665-D507247E252F}" dt="2025-06-29T22:52:21.818" v="6" actId="478"/>
          <ac:spMkLst>
            <pc:docMk/>
            <pc:sldMk cId="2699560191" sldId="274"/>
            <ac:spMk id="3" creationId="{D1C921B5-FDF6-74A4-7C81-F2A9B75F693C}"/>
          </ac:spMkLst>
        </pc:spChg>
        <pc:spChg chg="add del mod">
          <ac:chgData name="Luis Enrique Cardozo Ramirez" userId="f5129c22-1525-4e3a-90c2-a88b17347b73" providerId="ADAL" clId="{F5CE48F7-2980-419A-9665-D507247E252F}" dt="2025-06-29T22:52:25.485" v="7" actId="478"/>
          <ac:spMkLst>
            <pc:docMk/>
            <pc:sldMk cId="2699560191" sldId="274"/>
            <ac:spMk id="6" creationId="{1FA06F52-F2A0-4946-0576-A4026E37E2CD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699560191" sldId="274"/>
            <ac:spMk id="7" creationId="{7286BD20-85D3-D230-961A-F7F0FEFA5DFF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699560191" sldId="274"/>
            <ac:spMk id="8" creationId="{803CABEE-3961-D11A-BBD2-D62E4E702D08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699560191" sldId="274"/>
            <ac:spMk id="9" creationId="{51FDAE16-CBB7-15D9-54F1-95230D0B62C9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699560191" sldId="274"/>
            <ac:spMk id="10" creationId="{1FC11DD9-664F-5773-9BE4-59D869F56F85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699560191" sldId="274"/>
            <ac:spMk id="11" creationId="{D15957CF-A0B6-280F-C603-2B39252EF97B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699560191" sldId="274"/>
            <ac:spMk id="12" creationId="{532A383D-00CE-AC48-2506-65C414D92F05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699560191" sldId="274"/>
            <ac:spMk id="13" creationId="{6DBF0EF3-C423-6547-7C61-0179B051DFDA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699560191" sldId="274"/>
            <ac:spMk id="14" creationId="{CE8DA01C-439F-35BE-C951-A76BE34D0229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2699560191" sldId="274"/>
            <ac:spMk id="15" creationId="{67062559-0D0C-0FA0-BF1B-83B157E6CD07}"/>
          </ac:spMkLst>
        </pc:spChg>
      </pc:sldChg>
      <pc:sldChg chg="modSp mod">
        <pc:chgData name="Luis Enrique Cardozo Ramirez" userId="f5129c22-1525-4e3a-90c2-a88b17347b73" providerId="ADAL" clId="{F5CE48F7-2980-419A-9665-D507247E252F}" dt="2025-06-30T00:39:47.369" v="69" actId="790"/>
        <pc:sldMkLst>
          <pc:docMk/>
          <pc:sldMk cId="1014531757" sldId="275"/>
        </pc:sldMkLst>
        <pc:spChg chg="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1014531757" sldId="275"/>
            <ac:spMk id="2" creationId="{CCECB295-2EE5-7496-C464-3EAA415313CA}"/>
          </ac:spMkLst>
        </pc:spChg>
        <pc:spChg chg="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1014531757" sldId="275"/>
            <ac:spMk id="5" creationId="{8501B21F-CBBF-5212-49C2-F11DF2773E7A}"/>
          </ac:spMkLst>
        </pc:spChg>
      </pc:sldChg>
      <pc:sldChg chg="addSp delSp modSp add mod">
        <pc:chgData name="Luis Enrique Cardozo Ramirez" userId="f5129c22-1525-4e3a-90c2-a88b17347b73" providerId="ADAL" clId="{F5CE48F7-2980-419A-9665-D507247E252F}" dt="2025-06-30T00:39:47.369" v="69" actId="790"/>
        <pc:sldMkLst>
          <pc:docMk/>
          <pc:sldMk cId="3754331384" sldId="276"/>
        </pc:sldMkLst>
        <pc:spChg chg="del">
          <ac:chgData name="Luis Enrique Cardozo Ramirez" userId="f5129c22-1525-4e3a-90c2-a88b17347b73" providerId="ADAL" clId="{F5CE48F7-2980-419A-9665-D507247E252F}" dt="2025-06-30T00:37:38.793" v="62" actId="478"/>
          <ac:spMkLst>
            <pc:docMk/>
            <pc:sldMk cId="3754331384" sldId="276"/>
            <ac:spMk id="2" creationId="{748A3096-61FF-46AC-A311-AA192C68A3E3}"/>
          </ac:spMkLst>
        </pc:spChg>
        <pc:spChg chg="add del mod">
          <ac:chgData name="Luis Enrique Cardozo Ramirez" userId="f5129c22-1525-4e3a-90c2-a88b17347b73" providerId="ADAL" clId="{F5CE48F7-2980-419A-9665-D507247E252F}" dt="2025-06-30T00:37:42.003" v="64" actId="478"/>
          <ac:spMkLst>
            <pc:docMk/>
            <pc:sldMk cId="3754331384" sldId="276"/>
            <ac:spMk id="4" creationId="{6527D4DC-113B-46D2-3B0D-AAACE42DB90D}"/>
          </ac:spMkLst>
        </pc:spChg>
        <pc:spChg chg="del">
          <ac:chgData name="Luis Enrique Cardozo Ramirez" userId="f5129c22-1525-4e3a-90c2-a88b17347b73" providerId="ADAL" clId="{F5CE48F7-2980-419A-9665-D507247E252F}" dt="2025-06-30T00:37:29.457" v="61" actId="478"/>
          <ac:spMkLst>
            <pc:docMk/>
            <pc:sldMk cId="3754331384" sldId="276"/>
            <ac:spMk id="5" creationId="{E65D6559-19C3-5090-F957-98D5FB15A756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3754331384" sldId="276"/>
            <ac:spMk id="6" creationId="{70F63973-9DE4-66B6-36CE-014FE21088B3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3754331384" sldId="276"/>
            <ac:spMk id="8" creationId="{9B5AE76C-FC65-1EB4-70A6-F3784BF3F7CE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3754331384" sldId="276"/>
            <ac:spMk id="9" creationId="{C2CB77D3-107E-9853-AAA6-FDFF8B165B52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3754331384" sldId="276"/>
            <ac:spMk id="11" creationId="{FE66F874-6BC2-3243-CD64-0314A6D247DA}"/>
          </ac:spMkLst>
        </pc:spChg>
        <pc:spChg chg="add mod">
          <ac:chgData name="Luis Enrique Cardozo Ramirez" userId="f5129c22-1525-4e3a-90c2-a88b17347b73" providerId="ADAL" clId="{F5CE48F7-2980-419A-9665-D507247E252F}" dt="2025-06-30T00:39:47.369" v="69" actId="790"/>
          <ac:spMkLst>
            <pc:docMk/>
            <pc:sldMk cId="3754331384" sldId="276"/>
            <ac:spMk id="12" creationId="{DBB0623E-692A-FD55-AE5D-9D48DE7F9E94}"/>
          </ac:spMkLst>
        </pc:spChg>
        <pc:picChg chg="add mod">
          <ac:chgData name="Luis Enrique Cardozo Ramirez" userId="f5129c22-1525-4e3a-90c2-a88b17347b73" providerId="ADAL" clId="{F5CE48F7-2980-419A-9665-D507247E252F}" dt="2025-06-30T00:37:56.224" v="67"/>
          <ac:picMkLst>
            <pc:docMk/>
            <pc:sldMk cId="3754331384" sldId="276"/>
            <ac:picMk id="7" creationId="{F4EF7D3C-1758-6FB2-65C1-9148A0337E60}"/>
          </ac:picMkLst>
        </pc:picChg>
        <pc:picChg chg="add mod">
          <ac:chgData name="Luis Enrique Cardozo Ramirez" userId="f5129c22-1525-4e3a-90c2-a88b17347b73" providerId="ADAL" clId="{F5CE48F7-2980-419A-9665-D507247E252F}" dt="2025-06-30T00:37:56.224" v="67"/>
          <ac:picMkLst>
            <pc:docMk/>
            <pc:sldMk cId="3754331384" sldId="276"/>
            <ac:picMk id="10" creationId="{4347FD54-7D8B-4494-5B5D-D9A4DBB0D147}"/>
          </ac:picMkLst>
        </pc:picChg>
      </pc:sldChg>
      <pc:sldChg chg="delSp modSp add mod">
        <pc:chgData name="Luis Enrique Cardozo Ramirez" userId="f5129c22-1525-4e3a-90c2-a88b17347b73" providerId="ADAL" clId="{F5CE48F7-2980-419A-9665-D507247E252F}" dt="2025-06-30T17:13:14.564" v="187" actId="20577"/>
        <pc:sldMkLst>
          <pc:docMk/>
          <pc:sldMk cId="1665224722" sldId="286"/>
        </pc:sldMkLst>
        <pc:spChg chg="mod">
          <ac:chgData name="Luis Enrique Cardozo Ramirez" userId="f5129c22-1525-4e3a-90c2-a88b17347b73" providerId="ADAL" clId="{F5CE48F7-2980-419A-9665-D507247E252F}" dt="2025-06-30T17:13:14.564" v="187" actId="20577"/>
          <ac:spMkLst>
            <pc:docMk/>
            <pc:sldMk cId="1665224722" sldId="286"/>
            <ac:spMk id="6" creationId="{E01724B8-4CB2-1B13-2DFB-0099E7C0DBCB}"/>
          </ac:spMkLst>
        </pc:spChg>
        <pc:spChg chg="mod">
          <ac:chgData name="Luis Enrique Cardozo Ramirez" userId="f5129c22-1525-4e3a-90c2-a88b17347b73" providerId="ADAL" clId="{F5CE48F7-2980-419A-9665-D507247E252F}" dt="2025-06-30T17:13:01.359" v="181" actId="1076"/>
          <ac:spMkLst>
            <pc:docMk/>
            <pc:sldMk cId="1665224722" sldId="286"/>
            <ac:spMk id="8" creationId="{F2A9BA62-30FC-7C31-8EC8-3EF0181005D0}"/>
          </ac:spMkLst>
        </pc:spChg>
        <pc:spChg chg="del">
          <ac:chgData name="Luis Enrique Cardozo Ramirez" userId="f5129c22-1525-4e3a-90c2-a88b17347b73" providerId="ADAL" clId="{F5CE48F7-2980-419A-9665-D507247E252F}" dt="2025-06-30T17:12:37.578" v="177" actId="478"/>
          <ac:spMkLst>
            <pc:docMk/>
            <pc:sldMk cId="1665224722" sldId="286"/>
            <ac:spMk id="9" creationId="{41FB71D3-533F-D172-2570-0602D6288638}"/>
          </ac:spMkLst>
        </pc:spChg>
        <pc:spChg chg="del">
          <ac:chgData name="Luis Enrique Cardozo Ramirez" userId="f5129c22-1525-4e3a-90c2-a88b17347b73" providerId="ADAL" clId="{F5CE48F7-2980-419A-9665-D507247E252F}" dt="2025-06-30T17:12:42.143" v="178" actId="478"/>
          <ac:spMkLst>
            <pc:docMk/>
            <pc:sldMk cId="1665224722" sldId="286"/>
            <ac:spMk id="11" creationId="{16E08670-A8F6-1115-B374-E42FB25905A8}"/>
          </ac:spMkLst>
        </pc:spChg>
        <pc:spChg chg="del">
          <ac:chgData name="Luis Enrique Cardozo Ramirez" userId="f5129c22-1525-4e3a-90c2-a88b17347b73" providerId="ADAL" clId="{F5CE48F7-2980-419A-9665-D507247E252F}" dt="2025-06-30T17:12:42.143" v="178" actId="478"/>
          <ac:spMkLst>
            <pc:docMk/>
            <pc:sldMk cId="1665224722" sldId="286"/>
            <ac:spMk id="12" creationId="{41DA0BA0-0AAC-AEDE-1134-C1639F037240}"/>
          </ac:spMkLst>
        </pc:spChg>
        <pc:picChg chg="del">
          <ac:chgData name="Luis Enrique Cardozo Ramirez" userId="f5129c22-1525-4e3a-90c2-a88b17347b73" providerId="ADAL" clId="{F5CE48F7-2980-419A-9665-D507247E252F}" dt="2025-06-30T17:12:34.538" v="176" actId="478"/>
          <ac:picMkLst>
            <pc:docMk/>
            <pc:sldMk cId="1665224722" sldId="286"/>
            <ac:picMk id="7" creationId="{459E2D44-6231-D049-E124-85159EDF4123}"/>
          </ac:picMkLst>
        </pc:picChg>
        <pc:picChg chg="mod">
          <ac:chgData name="Luis Enrique Cardozo Ramirez" userId="f5129c22-1525-4e3a-90c2-a88b17347b73" providerId="ADAL" clId="{F5CE48F7-2980-419A-9665-D507247E252F}" dt="2025-06-30T17:13:08.787" v="183" actId="1076"/>
          <ac:picMkLst>
            <pc:docMk/>
            <pc:sldMk cId="1665224722" sldId="286"/>
            <ac:picMk id="10" creationId="{5A1F6043-AD9D-EF47-1FBB-5BB86DDB8FA0}"/>
          </ac:picMkLst>
        </pc:picChg>
      </pc:sldChg>
      <pc:sldMasterChg chg="delSldLayout modSldLayout">
        <pc:chgData name="Luis Enrique Cardozo Ramirez" userId="f5129c22-1525-4e3a-90c2-a88b17347b73" providerId="ADAL" clId="{F5CE48F7-2980-419A-9665-D507247E252F}" dt="2025-06-30T00:38:04.496" v="68" actId="47"/>
        <pc:sldMasterMkLst>
          <pc:docMk/>
          <pc:sldMasterMk cId="2771338000" sldId="2147483661"/>
        </pc:sldMasterMkLst>
        <pc:sldLayoutChg chg="del">
          <pc:chgData name="Luis Enrique Cardozo Ramirez" userId="f5129c22-1525-4e3a-90c2-a88b17347b73" providerId="ADAL" clId="{F5CE48F7-2980-419A-9665-D507247E252F}" dt="2025-06-30T00:38:04.496" v="68" actId="47"/>
          <pc:sldLayoutMkLst>
            <pc:docMk/>
            <pc:sldMasterMk cId="2771338000" sldId="2147483661"/>
            <pc:sldLayoutMk cId="130129265" sldId="2147483675"/>
          </pc:sldLayoutMkLst>
        </pc:sldLayoutChg>
        <pc:sldLayoutChg chg="delSp del">
          <pc:chgData name="Luis Enrique Cardozo Ramirez" userId="f5129c22-1525-4e3a-90c2-a88b17347b73" providerId="ADAL" clId="{F5CE48F7-2980-419A-9665-D507247E252F}" dt="2025-06-29T22:56:52.462" v="15" actId="47"/>
          <pc:sldLayoutMkLst>
            <pc:docMk/>
            <pc:sldMasterMk cId="2771338000" sldId="2147483661"/>
            <pc:sldLayoutMk cId="3972404960" sldId="2147483675"/>
          </pc:sldLayoutMkLst>
          <pc:spChg chg="del">
            <ac:chgData name="Luis Enrique Cardozo Ramirez" userId="f5129c22-1525-4e3a-90c2-a88b17347b73" providerId="ADAL" clId="{F5CE48F7-2980-419A-9665-D507247E252F}" dt="2025-06-29T22:56:28.209" v="14"/>
            <ac:spMkLst>
              <pc:docMk/>
              <pc:sldMasterMk cId="2771338000" sldId="2147483661"/>
              <pc:sldLayoutMk cId="3972404960" sldId="2147483675"/>
              <ac:spMk id="2" creationId="{00000000-0000-0000-0000-000000000000}"/>
            </ac:spMkLst>
          </pc:spChg>
          <pc:spChg chg="del">
            <ac:chgData name="Luis Enrique Cardozo Ramirez" userId="f5129c22-1525-4e3a-90c2-a88b17347b73" providerId="ADAL" clId="{F5CE48F7-2980-419A-9665-D507247E252F}" dt="2025-06-29T22:56:28.209" v="14"/>
            <ac:spMkLst>
              <pc:docMk/>
              <pc:sldMasterMk cId="2771338000" sldId="2147483661"/>
              <pc:sldLayoutMk cId="3972404960" sldId="2147483675"/>
              <ac:spMk id="3" creationId="{00000000-0000-0000-0000-000000000000}"/>
            </ac:spMkLst>
          </pc:spChg>
          <pc:picChg chg="del">
            <ac:chgData name="Luis Enrique Cardozo Ramirez" userId="f5129c22-1525-4e3a-90c2-a88b17347b73" providerId="ADAL" clId="{F5CE48F7-2980-419A-9665-D507247E252F}" dt="2025-06-29T22:56:28.209" v="14"/>
            <ac:picMkLst>
              <pc:docMk/>
              <pc:sldMasterMk cId="2771338000" sldId="2147483661"/>
              <pc:sldLayoutMk cId="3972404960" sldId="2147483675"/>
              <ac:picMk id="4" creationId="{00000000-0000-0000-0000-000000000000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E304A68-E9B2-5355-6668-A6E7C96783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3F306A-7323-3DC3-94AD-7E91023359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09634-A093-431A-948E-F87468AAE118}" type="datetime1">
              <a:rPr lang="es-ES" smtClean="0"/>
              <a:t>30/06/2025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B05A4A3-1DCF-60DF-4B36-63B243678C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B5F9016-5199-4287-E845-686EFBA533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CA392-80F7-4D62-BE39-8713F27B656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65552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A1E0A43-9706-4D3F-8453-25C2E654392C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C0C2C40-CB1C-4820-9151-EC51EC2E7E0F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9004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3639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E29F6-5998-9A66-AFE9-2A9C44231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844B140-24F4-A869-9640-0035EB870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42F04A0-EE4D-0187-2DEB-CA57F4D04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BEC987-DD4F-D017-906F-3682CC839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7506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4271E-9770-5B49-CB03-1F3CA73F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AD4B174-C675-3B11-B9A0-6632BF0AF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A8561E-C908-7E2D-C632-6DC16CB6B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45B161-3629-A81E-434B-A4E9ED951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5905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49E08-A40A-7108-A249-016C09D9C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070F97A-045C-D896-ADF5-2127E75AB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45FBCE8-7A03-8D87-42AD-A89B4D505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1F275F-27AE-F797-5C90-D8FC20857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0063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82DF9-60A6-6A38-33AE-4327B3439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C483C8B-A4C7-5C47-39B3-3AC3C3A82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142062-EF19-A86E-2910-1F3C0118E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E9E68C-AB59-F869-7ABC-BB0A7D276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4110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E816-2381-800A-C840-71FF0543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4FAC697-40DA-77CF-91AC-6353CA41C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1EB1DD-2D83-DC44-6005-1E3BEB7AB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717E51-35C7-DE88-47B1-44B7EEDBB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732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9FF3-785D-1D31-532A-DA3AE30BB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DDE923-3C0E-AC79-02EF-5EBA0572C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8091049-71EC-6049-B468-2B3BF7020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95D42A-9A0F-00E4-EB22-928C2CBDF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5403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32CDB-4021-CF48-2912-DC7F5DB3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8E70AC-1F08-0363-1BE1-C3B6FCCE9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8A7991-5606-A012-F4B6-058FA651F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7623BE-373A-CBD4-0B52-AA917405D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4673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DC5E5-17C2-5CE4-3FD3-437442C4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DB42BE3-51B3-C1B0-FD5C-F9B35B4A6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2D1BAD-C3F6-D47F-1B99-5841D4AF2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9B55ED-A720-97A8-F2F3-AE7B30599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3621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2AA30-FF86-D8FE-EF7C-21AA90A1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149847-C0BD-5568-0FB8-1FE5F6315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CA9F959-4566-AC39-BDAC-80F9CA914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7940E3-D19F-5F7D-0CD1-57155B046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3418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5801C-1C54-2658-65D5-C3C7AB232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ACFA0F5-F12E-5013-5C26-8BAC14129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16F01C-2D75-2947-1C23-1002CC203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C99E47-C4A4-AB3F-6ED0-88F26D1FC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0798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10A86-03C3-E32D-072E-2F95487E3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DAF0D0-7FF2-EADF-3B17-F9A59BCC3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DC5908-EEBB-1BAB-CAC4-0101E72E4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9ABB9A-9936-FE38-FF45-56A060C07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29609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CED6A-7C46-C231-0B8C-5CD706B2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C36C8AA-5321-F1DF-6B52-6FEAE40B2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00465B2-C170-3B71-BA2D-6E3526BC2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8FD744-0156-8CF8-427C-2FB225075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393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3DF6-3071-910C-E7B0-CFF53C4E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D674D1-704D-6323-504D-C5680FF03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A85D0D8-B043-AAC3-E269-187FCAAA6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1749FA-EB1F-961F-0B64-F027F478B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6256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194C0-B0B7-FF2C-6148-A63083221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61E405B-332B-DC48-FECA-FB9F1C3D2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516E6B-9391-1D3A-B451-A19CBBF24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023FD8-3856-7DAE-A475-3DC2BDA00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0167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3FEF73F-BE35-4BEE-8FA5-52ADBD451481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020218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3FEF73F-BE35-4BEE-8FA5-52ADBD451481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230663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3FEF73F-BE35-4BEE-8FA5-52ADBD451481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2182502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3FEF73F-BE35-4BEE-8FA5-52ADBD451481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3961972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A67B82-6E36-435A-B7BE-8C7373BA8298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74128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C37CEBA-0633-4177-A8BA-CB713BE5625F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59928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C9D256-52AF-470A-B80B-8B0AC9C798A4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4636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F1EC79-5BB4-4E26-B63D-FF375076DDFC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3824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3FEF73F-BE35-4BEE-8FA5-52ADBD451481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301580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C703728-A6C5-4424-9866-65EF89726E67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5481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A86C516-D5CF-4CAF-AE22-E4B526AF112E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15561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pic>
        <p:nvPicPr>
          <p:cNvPr id="8" name="Imagen 7" descr="Interfaz gráfica de usuario&#10;&#10;Descripción generada automáticamente">
            <a:extLst>
              <a:ext uri="{FF2B5EF4-FFF2-40B4-BE49-F238E27FC236}">
                <a16:creationId xmlns:a16="http://schemas.microsoft.com/office/drawing/2014/main" id="{D7436C2F-09FF-014A-84CC-E0A18AFE2C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792" y="138819"/>
            <a:ext cx="2369315" cy="8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81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</a:p>
        </p:txBody>
      </p:sp>
      <p:sp>
        <p:nvSpPr>
          <p:cNvPr id="9" name="Marcador de fecha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2A93127-4587-48B6-9C3B-B81C481075E8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pPr rtl="0"/>
              <a:t>‹#›</a:t>
            </a:fld>
            <a:endParaRPr lang="es-ES" noProof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ítulo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8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62703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170A3AA-4210-FB4E-9790-9D6891AFF655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1">
            <a:extLst>
              <a:ext uri="{FF2B5EF4-FFF2-40B4-BE49-F238E27FC236}">
                <a16:creationId xmlns:a16="http://schemas.microsoft.com/office/drawing/2014/main" id="{28B6F196-1924-E341-B33B-77AEF4A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8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3FEF73F-BE35-4BEE-8FA5-52ADBD451481}" type="datetime1">
              <a:rPr lang="es-ES" noProof="0" smtClean="0"/>
              <a:t>30/06/2025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44216D-285E-4743-ADC0-F517FFC7669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7133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51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775583F-376C-40AE-9849-09070F0B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97" y="1983977"/>
            <a:ext cx="7335047" cy="2130561"/>
          </a:xfrm>
        </p:spPr>
        <p:txBody>
          <a:bodyPr rtlCol="0" anchor="b">
            <a:normAutofit fontScale="90000"/>
          </a:bodyPr>
          <a:lstStyle/>
          <a:p>
            <a:pPr algn="l" rtl="0"/>
            <a:r>
              <a:rPr lang="pt-BR" sz="4400" noProof="0">
                <a:latin typeface="Segoe UI" panose="020B0502040204020203" pitchFamily="34" charset="0"/>
                <a:cs typeface="Segoe UI" panose="020B0502040204020203" pitchFamily="34" charset="0"/>
              </a:rPr>
              <a:t>Análise de um Sistema de Filas M/M/2 com Buffer</a:t>
            </a:r>
            <a:br>
              <a:rPr lang="pt-BR" sz="4400" noProof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4400" noProof="0">
                <a:latin typeface="Segoe UI" panose="020B0502040204020203" pitchFamily="34" charset="0"/>
                <a:cs typeface="Segoe UI" panose="020B0502040204020203" pitchFamily="34" charset="0"/>
              </a:rPr>
              <a:t>Finito e Taxa de Serviço Adaptativa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7165814A-5271-4039-9F12-014787DA9EF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367337" y="5952348"/>
            <a:ext cx="6824663" cy="504436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pt-BR" sz="2000" noProof="0">
                <a:latin typeface="Segoe UI" panose="020B0502040204020203" pitchFamily="34" charset="0"/>
                <a:cs typeface="Segoe UI" panose="020B0502040204020203" pitchFamily="34" charset="0"/>
              </a:rPr>
              <a:t>Luis E. Cardozo Ramirez - D. Fabian </a:t>
            </a:r>
            <a:r>
              <a:rPr lang="pt-BR" sz="2000" noProof="0" err="1">
                <a:latin typeface="Segoe UI" panose="020B0502040204020203" pitchFamily="34" charset="0"/>
                <a:cs typeface="Segoe UI" panose="020B0502040204020203" pitchFamily="34" charset="0"/>
              </a:rPr>
              <a:t>Tavera</a:t>
            </a:r>
            <a:r>
              <a:rPr lang="pt-BR" sz="2000" noProof="0">
                <a:latin typeface="Segoe UI" panose="020B0502040204020203" pitchFamily="34" charset="0"/>
                <a:cs typeface="Segoe UI" panose="020B0502040204020203" pitchFamily="34" charset="0"/>
              </a:rPr>
              <a:t> Gutierrez</a:t>
            </a:r>
          </a:p>
        </p:txBody>
      </p:sp>
      <p:pic>
        <p:nvPicPr>
          <p:cNvPr id="14" name="Imagen 13" descr="Logotipo&#10;&#10;Descripción generada automáticamente">
            <a:extLst>
              <a:ext uri="{FF2B5EF4-FFF2-40B4-BE49-F238E27FC236}">
                <a16:creationId xmlns:a16="http://schemas.microsoft.com/office/drawing/2014/main" id="{A146204B-5681-AE47-7F0D-2CA9FF3DD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89" y="656632"/>
            <a:ext cx="2472612" cy="672550"/>
          </a:xfrm>
          <a:prstGeom prst="rect">
            <a:avLst/>
          </a:prstGeom>
        </p:spPr>
      </p:pic>
      <p:pic>
        <p:nvPicPr>
          <p:cNvPr id="1026" name="Picture 2" descr="M/M/c queue model for the distributed server.This is a graphical... |  Download Scientific Diagram">
            <a:extLst>
              <a:ext uri="{FF2B5EF4-FFF2-40B4-BE49-F238E27FC236}">
                <a16:creationId xmlns:a16="http://schemas.microsoft.com/office/drawing/2014/main" id="{00720A27-CAAC-B932-331B-AF59CFFC8F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4" t="5078" r="13966"/>
          <a:stretch/>
        </p:blipFill>
        <p:spPr bwMode="auto">
          <a:xfrm>
            <a:off x="5782375" y="3029596"/>
            <a:ext cx="6271698" cy="163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59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09611"/>
            <a:ext cx="5810249" cy="4667253"/>
          </a:xfrm>
        </p:spPr>
        <p:txBody>
          <a:bodyPr rtlCol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1800" noProof="0">
                <a:latin typeface="Segoe UI" panose="020B0502040204020203" pitchFamily="34" charset="0"/>
                <a:cs typeface="Segoe UI" panose="020B0502040204020203" pitchFamily="34" charset="0"/>
              </a:rPr>
              <a:t>Seja um sistema com 2 servidores enumerados S1 e S2 com uma fila única de buffer finito de tamanho J. Os clientes chegam ao sistema segundo uma distribuição de Poisson com taxa média de chegada de λ pacotes/segundo. Os servidores do sistema possuem duas taxas de atendimento, uma mais lenta, μ1, e outra mais rápida, μ2. A comutação da taxa mais lenta para a taxa mais rápida ocorre quando há ao 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menos “m” </a:t>
            </a:r>
            <a:r>
              <a:rPr lang="pt-BR" sz="1800" noProof="0">
                <a:latin typeface="Segoe UI" panose="020B0502040204020203" pitchFamily="34" charset="0"/>
                <a:cs typeface="Segoe UI" panose="020B0502040204020203" pitchFamily="34" charset="0"/>
              </a:rPr>
              <a:t>elementos no sistema (ou seja, se há m ou mais elementos no sistema os servidores passam a atender os clientes à taxa μ2).  O parâmetro m considera os clientes na fila e nos servidores.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Introdução </a:t>
            </a:r>
          </a:p>
        </p:txBody>
      </p:sp>
      <p:pic>
        <p:nvPicPr>
          <p:cNvPr id="2054" name="Picture 6" descr="Imagen generada">
            <a:extLst>
              <a:ext uri="{FF2B5EF4-FFF2-40B4-BE49-F238E27FC236}">
                <a16:creationId xmlns:a16="http://schemas.microsoft.com/office/drawing/2014/main" id="{2F2C7A8D-556F-21CE-3797-78DCD1C91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742" y="1724867"/>
            <a:ext cx="5810249" cy="387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43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F52ED-70EF-D1A3-39B7-924F21DC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3CD700-7270-58C2-8114-50B1F41711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09612"/>
            <a:ext cx="6665427" cy="3977640"/>
          </a:xfrm>
        </p:spPr>
        <p:txBody>
          <a:bodyPr rtlCol="0">
            <a:noAutofit/>
          </a:bodyPr>
          <a:lstStyle/>
          <a:p>
            <a:pPr marL="0" indent="0" rtl="0">
              <a:spcAft>
                <a:spcPts val="1200"/>
              </a:spcAft>
              <a:buNone/>
            </a:pPr>
            <a:endParaRPr lang="pt-BR" sz="1600" noProof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pt-BR" sz="1800" b="1">
                <a:latin typeface="Segoe UI" panose="020B0502040204020203" pitchFamily="34" charset="0"/>
                <a:cs typeface="Segoe UI" panose="020B0502040204020203" pitchFamily="34" charset="0"/>
              </a:rPr>
              <a:t>Características do sistema</a:t>
            </a:r>
            <a:endParaRPr lang="pt-BR" sz="1800" b="1" noProof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pt-BR" sz="1800" b="1">
                <a:latin typeface="Segoe UI" panose="020B0502040204020203" pitchFamily="34" charset="0"/>
                <a:cs typeface="Segoe UI" panose="020B0502040204020203" pitchFamily="34" charset="0"/>
              </a:rPr>
              <a:t>Dois servidores</a:t>
            </a:r>
            <a:r>
              <a:rPr lang="pt-BR" sz="1800" b="1" noProof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S1 e S2 processando os clientes simultaneamente.</a:t>
            </a:r>
            <a:endParaRPr lang="pt-BR" sz="1800" b="1" noProof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pt-BR" sz="1800" b="1" noProof="0">
                <a:latin typeface="Segoe UI" panose="020B0502040204020203" pitchFamily="34" charset="0"/>
                <a:cs typeface="Segoe UI" panose="020B0502040204020203" pitchFamily="34" charset="0"/>
              </a:rPr>
              <a:t>Buffer Finito: 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buffer com capacidade J.</a:t>
            </a:r>
          </a:p>
          <a:p>
            <a:pPr algn="just"/>
            <a:r>
              <a:rPr lang="pt-BR" sz="1800" b="1">
                <a:latin typeface="Segoe UI" panose="020B0502040204020203" pitchFamily="34" charset="0"/>
                <a:cs typeface="Segoe UI" panose="020B0502040204020203" pitchFamily="34" charset="0"/>
              </a:rPr>
              <a:t>Serviço adaptativo</a:t>
            </a:r>
            <a:r>
              <a:rPr lang="pt-BR" sz="1800" b="1" noProof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Responde ao congestionamento do sistema.</a:t>
            </a:r>
            <a:endParaRPr lang="pt-BR" sz="1800" noProof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 rtl="0"/>
            <a:endParaRPr lang="pt-BR" sz="1800" b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EBC845-AE5A-23D2-26E5-2188B8E0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Modelado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45BDFE-5BF6-FB41-1C26-2ABD35AE3E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3" t="22026" r="-1443" b="-664"/>
          <a:stretch/>
        </p:blipFill>
        <p:spPr>
          <a:xfrm>
            <a:off x="1474069" y="4200726"/>
            <a:ext cx="9243861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968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B3A41-BB2C-50FB-864D-87FE9E980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8FF4BB6-BE91-A6CD-1EE6-A22A158D3A0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44500" y="1509612"/>
                <a:ext cx="6665427" cy="3977640"/>
              </a:xfrm>
            </p:spPr>
            <p:txBody>
              <a:bodyPr rtlCol="0">
                <a:noAutofit/>
              </a:bodyPr>
              <a:lstStyle/>
              <a:p>
                <a:pPr marL="0" indent="0" rtl="0">
                  <a:spcAft>
                    <a:spcPts val="1200"/>
                  </a:spcAft>
                  <a:buNone/>
                </a:pPr>
                <a:endParaRPr lang="pt-BR" sz="1600" noProof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 algn="just" rtl="0">
                  <a:buNone/>
                </a:pPr>
                <a:r>
                  <a:rPr lang="pt-BR" sz="1800" b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Características do Sistema</a:t>
                </a:r>
              </a:p>
              <a:p>
                <a:pPr algn="just"/>
                <a:r>
                  <a:rPr lang="pt-BR" sz="1800" b="1">
                    <a:latin typeface="Segoe UI" panose="020B0502040204020203" pitchFamily="34" charset="0"/>
                    <a:cs typeface="Segoe UI" panose="020B0502040204020203" pitchFamily="34" charset="0"/>
                  </a:rPr>
                  <a:t>Duas taxas de atendimento: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pt-BR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𝜇</m:t>
                        </m:r>
                      </m:e>
                      <m:sub>
                        <m:r>
                          <a:rPr lang="pt-BR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800">
                    <a:latin typeface="Segoe UI" panose="020B0502040204020203" pitchFamily="34" charset="0"/>
                    <a:cs typeface="Segoe UI" panose="020B0502040204020203" pitchFamily="34" charset="0"/>
                  </a:rPr>
                  <a:t>  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pt-BR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𝜇</m:t>
                        </m:r>
                      </m:e>
                      <m:sub>
                        <m:r>
                          <a:rPr lang="pt-BR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800">
                    <a:latin typeface="Segoe UI" panose="020B0502040204020203" pitchFamily="34" charset="0"/>
                    <a:cs typeface="Segoe UI" panose="020B0502040204020203" pitchFamily="34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pt-BR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𝜇</m:t>
                        </m:r>
                      </m:e>
                      <m:sub>
                        <m:r>
                          <a:rPr lang="pt-BR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pt-BR" sz="1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sSub>
                      <m:sSubPr>
                        <m:ctrlPr>
                          <a:rPr lang="pt-BR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pt-BR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𝜇</m:t>
                        </m:r>
                      </m:e>
                      <m:sub>
                        <m:r>
                          <a:rPr lang="pt-BR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18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algn="just"/>
                <a:r>
                  <a:rPr lang="pt-BR" sz="1800" b="1">
                    <a:latin typeface="Segoe UI" panose="020B0502040204020203" pitchFamily="34" charset="0"/>
                    <a:cs typeface="Segoe UI" panose="020B0502040204020203" pitchFamily="34" charset="0"/>
                  </a:rPr>
                  <a:t>Limite de comutação: </a:t>
                </a:r>
                <a:r>
                  <a:rPr lang="pt-BR" sz="1800">
                    <a:latin typeface="Segoe UI" panose="020B0502040204020203" pitchFamily="34" charset="0"/>
                    <a:cs typeface="Segoe UI" panose="020B0502040204020203" pitchFamily="34" charset="0"/>
                  </a:rPr>
                  <a:t>Definido pelo número de elementos no sistema (buffer e servidores)</a:t>
                </a:r>
              </a:p>
              <a:p>
                <a:pPr algn="just"/>
                <a:r>
                  <a:rPr lang="pt-BR" sz="1800" b="1">
                    <a:latin typeface="Segoe UI" panose="020B0502040204020203" pitchFamily="34" charset="0"/>
                    <a:cs typeface="Segoe UI" panose="020B0502040204020203" pitchFamily="34" charset="0"/>
                  </a:rPr>
                  <a:t>Momento de comutação: </a:t>
                </a:r>
                <a:r>
                  <a:rPr lang="pt-BR" sz="1800">
                    <a:latin typeface="Segoe UI" panose="020B0502040204020203" pitchFamily="34" charset="0"/>
                    <a:cs typeface="Segoe UI" panose="020B0502040204020203" pitchFamily="34" charset="0"/>
                  </a:rPr>
                  <a:t>Recalcula o tempo restante para concluir o serviço.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8FF4BB6-BE91-A6CD-1EE6-A22A158D3A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44500" y="1509612"/>
                <a:ext cx="6665427" cy="3977640"/>
              </a:xfrm>
              <a:blipFill>
                <a:blip r:embed="rId3"/>
                <a:stretch>
                  <a:fillRect l="-823" r="-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E8C20D5E-7DC1-3798-FE50-31EBCB942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Modelado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4C3F33-8F8B-9CF2-BAC4-7D8D60DD96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43" t="22026" r="-1443" b="-664"/>
          <a:stretch/>
        </p:blipFill>
        <p:spPr>
          <a:xfrm>
            <a:off x="1474069" y="4200726"/>
            <a:ext cx="9243861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5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C7866-EFE9-F028-CE87-8DC9D13BA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arcador de contenido 9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045C5A76-C174-D08B-3500-28DABCE7387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99" y="3013296"/>
            <a:ext cx="11167693" cy="1829291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51142A3-C4C7-15B7-746F-8D2498CF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Modelado</a:t>
            </a:r>
          </a:p>
        </p:txBody>
      </p:sp>
    </p:spTree>
    <p:extLst>
      <p:ext uri="{BB962C8B-B14F-4D97-AF65-F5344CB8AC3E}">
        <p14:creationId xmlns:p14="http://schemas.microsoft.com/office/powerpoint/2010/main" val="3143597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13A7-16AC-DF27-F0D6-1D85C1C4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 descr="Diagrama&#10;&#10;Descripción generada automáticamente">
            <a:extLst>
              <a:ext uri="{FF2B5EF4-FFF2-40B4-BE49-F238E27FC236}">
                <a16:creationId xmlns:a16="http://schemas.microsoft.com/office/drawing/2014/main" id="{231BBD2F-BEDD-B5BA-5FFE-52714E8A045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866926"/>
            <a:ext cx="11633508" cy="2544829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4B9ACA2-8B0C-77F9-0185-56B0BEE1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Modelado</a:t>
            </a:r>
          </a:p>
        </p:txBody>
      </p:sp>
    </p:spTree>
    <p:extLst>
      <p:ext uri="{BB962C8B-B14F-4D97-AF65-F5344CB8AC3E}">
        <p14:creationId xmlns:p14="http://schemas.microsoft.com/office/powerpoint/2010/main" val="2167544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78148-CE6A-732F-CB2C-E00AC3FD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40093A68-3527-8043-F0E1-967C097712A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99" y="3070180"/>
            <a:ext cx="11394469" cy="1623117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0D400C-C847-1C8F-CA1B-E885FFD5E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Modelado</a:t>
            </a:r>
          </a:p>
        </p:txBody>
      </p:sp>
    </p:spTree>
    <p:extLst>
      <p:ext uri="{BB962C8B-B14F-4D97-AF65-F5344CB8AC3E}">
        <p14:creationId xmlns:p14="http://schemas.microsoft.com/office/powerpoint/2010/main" val="4264484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CD057-CEF8-6D49-F7BE-6BC5D7B85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CB295-2EE5-7496-C464-3EAA41531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Resultados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8501B21F-CBBF-5212-49C2-F11DF2773E7A}"/>
              </a:ext>
            </a:extLst>
          </p:cNvPr>
          <p:cNvSpPr txBox="1">
            <a:spLocks/>
          </p:cNvSpPr>
          <p:nvPr/>
        </p:nvSpPr>
        <p:spPr>
          <a:xfrm>
            <a:off x="444500" y="1509612"/>
            <a:ext cx="4108839" cy="3977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pt-BR" sz="180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a 8">
                <a:extLst>
                  <a:ext uri="{FF2B5EF4-FFF2-40B4-BE49-F238E27FC236}">
                    <a16:creationId xmlns:a16="http://schemas.microsoft.com/office/drawing/2014/main" id="{C3EA304B-C783-B9C3-19D6-6EA8CB0984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5356986"/>
                  </p:ext>
                </p:extLst>
              </p:nvPr>
            </p:nvGraphicFramePr>
            <p:xfrm>
              <a:off x="1324947" y="2462993"/>
              <a:ext cx="8658808" cy="33612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695937">
                      <a:extLst>
                        <a:ext uri="{9D8B030D-6E8A-4147-A177-3AD203B41FA5}">
                          <a16:colId xmlns:a16="http://schemas.microsoft.com/office/drawing/2014/main" val="1461729561"/>
                        </a:ext>
                      </a:extLst>
                    </a:gridCol>
                    <a:gridCol w="1633467">
                      <a:extLst>
                        <a:ext uri="{9D8B030D-6E8A-4147-A177-3AD203B41FA5}">
                          <a16:colId xmlns:a16="http://schemas.microsoft.com/office/drawing/2014/main" val="2208324819"/>
                        </a:ext>
                      </a:extLst>
                    </a:gridCol>
                    <a:gridCol w="2164702">
                      <a:extLst>
                        <a:ext uri="{9D8B030D-6E8A-4147-A177-3AD203B41FA5}">
                          <a16:colId xmlns:a16="http://schemas.microsoft.com/office/drawing/2014/main" val="1842369907"/>
                        </a:ext>
                      </a:extLst>
                    </a:gridCol>
                    <a:gridCol w="2164702">
                      <a:extLst>
                        <a:ext uri="{9D8B030D-6E8A-4147-A177-3AD203B41FA5}">
                          <a16:colId xmlns:a16="http://schemas.microsoft.com/office/drawing/2014/main" val="2365391060"/>
                        </a:ext>
                      </a:extLst>
                    </a:gridCol>
                  </a:tblGrid>
                  <a:tr h="60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Parâmetros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S</a:t>
                          </a:r>
                          <a:r>
                            <a:rPr lang="es-E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ó</a:t>
                          </a:r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6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=10</m:t>
                              </m:r>
                            </m:oMath>
                          </a14:m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S</a:t>
                          </a:r>
                          <a:r>
                            <a:rPr lang="es-E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ó</a:t>
                          </a:r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6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=20</m:t>
                              </m:r>
                            </m:oMath>
                          </a14:m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  <a:p>
                          <a:pPr algn="ctr"/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Adaptativo m=5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4180079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Tempo medio </a:t>
                          </a:r>
                          <a:b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𝐸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[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𝑡𝑞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0.2021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0.0582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0.133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9565465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Numero</a:t>
                          </a:r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med de </a:t>
                          </a:r>
                          <a:r>
                            <a:rPr lang="en-U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clientes</a:t>
                          </a:r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𝐸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[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]</m:t>
                              </m:r>
                            </m:oMath>
                          </a14:m>
                          <a:endParaRPr lang="en-US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3.0089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0.0582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1.9929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257359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Tempo med </a:t>
                          </a:r>
                          <a:r>
                            <a:rPr lang="en-U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na</a:t>
                          </a:r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fila</a:t>
                          </a:r>
                          <a:b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𝐸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[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𝑡𝑤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0.128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0.0083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0.0423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6439083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Numero med de </a:t>
                          </a:r>
                          <a:r>
                            <a:rPr lang="en-U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clientes</a:t>
                          </a:r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:r>
                            <a:rPr lang="en-U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na</a:t>
                          </a:r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fila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𝐸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[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]</m:t>
                              </m:r>
                            </m:oMath>
                          </a14:m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1.5313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0.1249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0.6324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7122772"/>
                      </a:ext>
                    </a:extLst>
                  </a:tr>
                  <a:tr h="3490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Prob</a:t>
                          </a:r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. de </a:t>
                          </a:r>
                          <a:r>
                            <a:rPr lang="es-E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rejeição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0.76%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0.00%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0.01%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293615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a 8">
                <a:extLst>
                  <a:ext uri="{FF2B5EF4-FFF2-40B4-BE49-F238E27FC236}">
                    <a16:creationId xmlns:a16="http://schemas.microsoft.com/office/drawing/2014/main" id="{C3EA304B-C783-B9C3-19D6-6EA8CB0984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5356986"/>
                  </p:ext>
                </p:extLst>
              </p:nvPr>
            </p:nvGraphicFramePr>
            <p:xfrm>
              <a:off x="1324947" y="2462993"/>
              <a:ext cx="8658808" cy="33612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695937">
                      <a:extLst>
                        <a:ext uri="{9D8B030D-6E8A-4147-A177-3AD203B41FA5}">
                          <a16:colId xmlns:a16="http://schemas.microsoft.com/office/drawing/2014/main" val="1461729561"/>
                        </a:ext>
                      </a:extLst>
                    </a:gridCol>
                    <a:gridCol w="1633467">
                      <a:extLst>
                        <a:ext uri="{9D8B030D-6E8A-4147-A177-3AD203B41FA5}">
                          <a16:colId xmlns:a16="http://schemas.microsoft.com/office/drawing/2014/main" val="2208324819"/>
                        </a:ext>
                      </a:extLst>
                    </a:gridCol>
                    <a:gridCol w="2164702">
                      <a:extLst>
                        <a:ext uri="{9D8B030D-6E8A-4147-A177-3AD203B41FA5}">
                          <a16:colId xmlns:a16="http://schemas.microsoft.com/office/drawing/2014/main" val="1842369907"/>
                        </a:ext>
                      </a:extLst>
                    </a:gridCol>
                    <a:gridCol w="2164702">
                      <a:extLst>
                        <a:ext uri="{9D8B030D-6E8A-4147-A177-3AD203B41FA5}">
                          <a16:colId xmlns:a16="http://schemas.microsoft.com/office/drawing/2014/main" val="2365391060"/>
                        </a:ext>
                      </a:extLst>
                    </a:gridCol>
                  </a:tblGrid>
                  <a:tr h="60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Parâmetros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4684" t="-4040" r="-264684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63" t="-4040" r="-100563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Adaptativo m=5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4180079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6" t="-104040" r="-221946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0.2021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0.0582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0.133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9565465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6" t="-204040" r="-221946" b="-2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3.0089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0.0582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1.9929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257359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6" t="-304040" r="-221946" b="-1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0.128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0.0083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0.0423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6439083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6" t="-404040" r="-221946" b="-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1.5313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0.1249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0.6324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7122772"/>
                      </a:ext>
                    </a:extLst>
                  </a:tr>
                  <a:tr h="3490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Prob</a:t>
                          </a:r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. de </a:t>
                          </a:r>
                          <a:r>
                            <a:rPr lang="es-E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rejeição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0.76%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0.00%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0.01%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29361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Marcador de contenido 2">
                <a:extLst>
                  <a:ext uri="{FF2B5EF4-FFF2-40B4-BE49-F238E27FC236}">
                    <a16:creationId xmlns:a16="http://schemas.microsoft.com/office/drawing/2014/main" id="{6B88101A-71DB-FF8A-ECEE-27F8386AEA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4947" y="1678110"/>
                <a:ext cx="8155214" cy="39776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pt-BR" sz="1800" b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Comparação de casos: </a:t>
                </a:r>
                <a14:m>
                  <m:oMath xmlns:m="http://schemas.openxmlformats.org/officeDocument/2006/math"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𝝀</m:t>
                    </m:r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𝟏𝟓</m:t>
                    </m:r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;   </m:t>
                    </m:r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𝑱</m:t>
                    </m:r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𝟏𝟎</m:t>
                    </m:r>
                  </m:oMath>
                </a14:m>
                <a:r>
                  <a:rPr lang="pt-BR" sz="180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11" name="Marcador de contenido 2">
                <a:extLst>
                  <a:ext uri="{FF2B5EF4-FFF2-40B4-BE49-F238E27FC236}">
                    <a16:creationId xmlns:a16="http://schemas.microsoft.com/office/drawing/2014/main" id="{6B88101A-71DB-FF8A-ECEE-27F8386AE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947" y="1678110"/>
                <a:ext cx="8155214" cy="3977640"/>
              </a:xfrm>
              <a:prstGeom prst="rect">
                <a:avLst/>
              </a:prstGeom>
              <a:blipFill>
                <a:blip r:embed="rId4"/>
                <a:stretch>
                  <a:fillRect l="-598" t="-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531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A1BA0-E552-FBC4-ECE8-985A18E2C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C2DD7-8992-BD79-4F18-990DEAF2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Resultados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D7FA04E-93FB-00B4-FC16-D67752EC8645}"/>
              </a:ext>
            </a:extLst>
          </p:cNvPr>
          <p:cNvSpPr txBox="1">
            <a:spLocks/>
          </p:cNvSpPr>
          <p:nvPr/>
        </p:nvSpPr>
        <p:spPr>
          <a:xfrm>
            <a:off x="444500" y="1509612"/>
            <a:ext cx="4108839" cy="3977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pt-BR" sz="180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a 8">
                <a:extLst>
                  <a:ext uri="{FF2B5EF4-FFF2-40B4-BE49-F238E27FC236}">
                    <a16:creationId xmlns:a16="http://schemas.microsoft.com/office/drawing/2014/main" id="{B92EA567-A317-943D-34F8-20A1762466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750422"/>
                  </p:ext>
                </p:extLst>
              </p:nvPr>
            </p:nvGraphicFramePr>
            <p:xfrm>
              <a:off x="1324947" y="2462993"/>
              <a:ext cx="8658808" cy="33612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695937">
                      <a:extLst>
                        <a:ext uri="{9D8B030D-6E8A-4147-A177-3AD203B41FA5}">
                          <a16:colId xmlns:a16="http://schemas.microsoft.com/office/drawing/2014/main" val="1461729561"/>
                        </a:ext>
                      </a:extLst>
                    </a:gridCol>
                    <a:gridCol w="1633467">
                      <a:extLst>
                        <a:ext uri="{9D8B030D-6E8A-4147-A177-3AD203B41FA5}">
                          <a16:colId xmlns:a16="http://schemas.microsoft.com/office/drawing/2014/main" val="2208324819"/>
                        </a:ext>
                      </a:extLst>
                    </a:gridCol>
                    <a:gridCol w="2164702">
                      <a:extLst>
                        <a:ext uri="{9D8B030D-6E8A-4147-A177-3AD203B41FA5}">
                          <a16:colId xmlns:a16="http://schemas.microsoft.com/office/drawing/2014/main" val="1842369907"/>
                        </a:ext>
                      </a:extLst>
                    </a:gridCol>
                    <a:gridCol w="2164702">
                      <a:extLst>
                        <a:ext uri="{9D8B030D-6E8A-4147-A177-3AD203B41FA5}">
                          <a16:colId xmlns:a16="http://schemas.microsoft.com/office/drawing/2014/main" val="2365391060"/>
                        </a:ext>
                      </a:extLst>
                    </a:gridCol>
                  </a:tblGrid>
                  <a:tr h="60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Parâmetros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S</a:t>
                          </a:r>
                          <a:r>
                            <a:rPr lang="es-E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ó</a:t>
                          </a:r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6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=10</m:t>
                              </m:r>
                            </m:oMath>
                          </a14:m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S</a:t>
                          </a:r>
                          <a:r>
                            <a:rPr lang="es-E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ó</a:t>
                          </a:r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6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=20</m:t>
                              </m:r>
                            </m:oMath>
                          </a14:m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  <a:p>
                          <a:pPr algn="ctr"/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Adaptativo m=5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4180079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Tempo medio </a:t>
                          </a:r>
                          <a:b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𝐸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[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𝑡𝑞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0.5067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0.1042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0.1719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9565465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Numero</a:t>
                          </a:r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med de </a:t>
                          </a:r>
                          <a:r>
                            <a:rPr lang="en-U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clientes</a:t>
                          </a:r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𝐸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[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𝑞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]</m:t>
                              </m:r>
                            </m:oMath>
                          </a14:m>
                          <a:endParaRPr lang="en-US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10.1023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3.1002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5.0382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257359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Tempo med </a:t>
                          </a:r>
                          <a:r>
                            <a:rPr lang="en-U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na</a:t>
                          </a:r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fila</a:t>
                          </a:r>
                          <a:b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𝐸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[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𝑡𝑤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0.4067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0.0541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0.1071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6439083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Numero med de </a:t>
                          </a:r>
                          <a:r>
                            <a:rPr lang="en-U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clientes</a:t>
                          </a:r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:r>
                            <a:rPr lang="en-U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na</a:t>
                          </a:r>
                          <a:r>
                            <a:rPr lang="en-U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fila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𝐸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[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𝑤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]</m:t>
                              </m:r>
                            </m:oMath>
                          </a14:m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8.1084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1.6089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3.1387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7122772"/>
                      </a:ext>
                    </a:extLst>
                  </a:tr>
                  <a:tr h="3490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Prob</a:t>
                          </a:r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. de </a:t>
                          </a:r>
                          <a:r>
                            <a:rPr lang="es-E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rejeição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33.58%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0.92%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1.84%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293615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a 8">
                <a:extLst>
                  <a:ext uri="{FF2B5EF4-FFF2-40B4-BE49-F238E27FC236}">
                    <a16:creationId xmlns:a16="http://schemas.microsoft.com/office/drawing/2014/main" id="{B92EA567-A317-943D-34F8-20A1762466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750422"/>
                  </p:ext>
                </p:extLst>
              </p:nvPr>
            </p:nvGraphicFramePr>
            <p:xfrm>
              <a:off x="1324947" y="2462993"/>
              <a:ext cx="8658808" cy="33612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695937">
                      <a:extLst>
                        <a:ext uri="{9D8B030D-6E8A-4147-A177-3AD203B41FA5}">
                          <a16:colId xmlns:a16="http://schemas.microsoft.com/office/drawing/2014/main" val="1461729561"/>
                        </a:ext>
                      </a:extLst>
                    </a:gridCol>
                    <a:gridCol w="1633467">
                      <a:extLst>
                        <a:ext uri="{9D8B030D-6E8A-4147-A177-3AD203B41FA5}">
                          <a16:colId xmlns:a16="http://schemas.microsoft.com/office/drawing/2014/main" val="2208324819"/>
                        </a:ext>
                      </a:extLst>
                    </a:gridCol>
                    <a:gridCol w="2164702">
                      <a:extLst>
                        <a:ext uri="{9D8B030D-6E8A-4147-A177-3AD203B41FA5}">
                          <a16:colId xmlns:a16="http://schemas.microsoft.com/office/drawing/2014/main" val="1842369907"/>
                        </a:ext>
                      </a:extLst>
                    </a:gridCol>
                    <a:gridCol w="2164702">
                      <a:extLst>
                        <a:ext uri="{9D8B030D-6E8A-4147-A177-3AD203B41FA5}">
                          <a16:colId xmlns:a16="http://schemas.microsoft.com/office/drawing/2014/main" val="2365391060"/>
                        </a:ext>
                      </a:extLst>
                    </a:gridCol>
                  </a:tblGrid>
                  <a:tr h="60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Parâmetros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4684" t="-4040" r="-264684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63" t="-4040" r="-100563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Adaptativo m=5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4180079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6" t="-104040" r="-221946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0.5067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0.1042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0.1719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9565465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6" t="-204040" r="-221946" b="-2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10.1023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3.1002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5.0382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257359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6" t="-304040" r="-221946" b="-1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0.4067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0.0541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0.1071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6439083"/>
                      </a:ext>
                    </a:extLst>
                  </a:tr>
                  <a:tr h="602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6" t="-404040" r="-221946" b="-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8.1084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1.6089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3.1387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7122772"/>
                      </a:ext>
                    </a:extLst>
                  </a:tr>
                  <a:tr h="34903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Prob</a:t>
                          </a:r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. de </a:t>
                          </a:r>
                          <a:r>
                            <a:rPr lang="es-ES" sz="1600" err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rejeição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33.58%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0.92%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1.84%</a:t>
                          </a:r>
                          <a:endParaRPr lang="es-BO" sz="160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29361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Marcador de contenido 2">
                <a:extLst>
                  <a:ext uri="{FF2B5EF4-FFF2-40B4-BE49-F238E27FC236}">
                    <a16:creationId xmlns:a16="http://schemas.microsoft.com/office/drawing/2014/main" id="{A6CDDE22-12A0-404D-C2C7-FC83A7205C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4947" y="1678110"/>
                <a:ext cx="8155214" cy="39776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pt-BR" sz="1800" b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Comparação de casos: </a:t>
                </a:r>
                <a14:m>
                  <m:oMath xmlns:m="http://schemas.openxmlformats.org/officeDocument/2006/math"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𝝀</m:t>
                    </m:r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𝟑𝟎</m:t>
                    </m:r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;    </m:t>
                    </m:r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𝑱</m:t>
                    </m:r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s-ES" sz="1800" b="1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𝟏𝟎</m:t>
                    </m:r>
                  </m:oMath>
                </a14:m>
                <a:r>
                  <a:rPr lang="pt-BR" sz="180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11" name="Marcador de contenido 2">
                <a:extLst>
                  <a:ext uri="{FF2B5EF4-FFF2-40B4-BE49-F238E27FC236}">
                    <a16:creationId xmlns:a16="http://schemas.microsoft.com/office/drawing/2014/main" id="{A6CDDE22-12A0-404D-C2C7-FC83A7205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947" y="1678110"/>
                <a:ext cx="8155214" cy="3977640"/>
              </a:xfrm>
              <a:prstGeom prst="rect">
                <a:avLst/>
              </a:prstGeom>
              <a:blipFill>
                <a:blip r:embed="rId4"/>
                <a:stretch>
                  <a:fillRect l="-598" t="-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6359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2ADAA-D820-76B6-8A8B-B2A2FB70B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C91C0-0FF2-0061-BC84-1E12A668E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Resultados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D5A1ED-4611-A7ED-9964-0F6B8AE894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71" r="50120"/>
          <a:stretch/>
        </p:blipFill>
        <p:spPr>
          <a:xfrm>
            <a:off x="444501" y="2423160"/>
            <a:ext cx="5735320" cy="42328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70321B5-C80B-9BB0-2B4A-52F413EC89CB}"/>
                  </a:ext>
                </a:extLst>
              </p:cNvPr>
              <p:cNvSpPr txBox="1"/>
              <p:nvPr/>
            </p:nvSpPr>
            <p:spPr>
              <a:xfrm>
                <a:off x="723014" y="1531088"/>
                <a:ext cx="2700670" cy="696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𝑇𝑒𝑚𝑝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𝑚𝑒𝑑𝑖𝑜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𝑝𝑟𝑜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BO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70321B5-C80B-9BB0-2B4A-52F413EC8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14" y="1531088"/>
                <a:ext cx="2700670" cy="6964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>
            <a:extLst>
              <a:ext uri="{FF2B5EF4-FFF2-40B4-BE49-F238E27FC236}">
                <a16:creationId xmlns:a16="http://schemas.microsoft.com/office/drawing/2014/main" id="{14CE94BF-48CF-8F2E-14D7-5CD2A4BC81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210" y="2453640"/>
            <a:ext cx="5833184" cy="432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73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BCB72-A975-87D8-0B0E-F248516C6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437628-9867-B3DE-FE19-A004CD170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Resultados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C417A2F-7967-61EA-6ECF-F48BFA604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88" y="2101174"/>
            <a:ext cx="10581467" cy="374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62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5E32-F600-8751-EA12-2E8ED9EA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D71A7-F405-A91B-C2B1-993C53F5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Resultados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5FEFDC-B045-E04B-C00D-88CC58DFD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56" y="2101174"/>
            <a:ext cx="10236599" cy="361890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F26F032-A6DD-5885-6D5D-2EFC42F9F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59" y="1996733"/>
            <a:ext cx="10635936" cy="361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753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A7242-A0D2-FD61-56D8-BD68A1DFB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21737F-F90F-0F0B-DCAA-4635768006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09612"/>
            <a:ext cx="11031220" cy="3977640"/>
          </a:xfrm>
        </p:spPr>
        <p:txBody>
          <a:bodyPr rtlCol="0">
            <a:noAutofit/>
          </a:bodyPr>
          <a:lstStyle/>
          <a:p>
            <a:pPr algn="just"/>
            <a:r>
              <a:rPr lang="pt-BR" sz="2400"/>
              <a:t>A capacidade de alternar entre duas velocidades de serviço (μ₁ e μ₂), o sistema se ajusta dinamicamente ao nível de congestionamento. Permite manter tempos de espera baixos quando a carga aumenta e, ao mesmo tempo, operar de forma mais econômica quando a demanda é moderada.</a:t>
            </a:r>
          </a:p>
          <a:p>
            <a:pPr algn="just"/>
            <a:endParaRPr lang="pt-BR" sz="2400" noProof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pt-BR" sz="2400"/>
              <a:t>O sistema permite otimizar seu gasto energético: utilizando o modo de baixa potência (μ₁) durante períodos de pouca atividade e o modo de alto desempenho (μ₂) apenas quando o limiar é ultrapassado. Dessa forma, minimiza-se o consumo médio de energia sem sacrificar a qualidade de serviço.</a:t>
            </a:r>
            <a:endParaRPr lang="pt-BR" sz="180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EC90F5-0741-3254-0F57-D32DC64F3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Conclusões </a:t>
            </a:r>
          </a:p>
        </p:txBody>
      </p:sp>
    </p:spTree>
    <p:extLst>
      <p:ext uri="{BB962C8B-B14F-4D97-AF65-F5344CB8AC3E}">
        <p14:creationId xmlns:p14="http://schemas.microsoft.com/office/powerpoint/2010/main" val="4284489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2E7A8-4233-0D64-5380-FC070908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EEDCD7-FBE0-4454-7694-99845FE03D8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09612"/>
            <a:ext cx="11031220" cy="3977640"/>
          </a:xfrm>
        </p:spPr>
        <p:txBody>
          <a:bodyPr rtlCol="0">
            <a:noAutofit/>
          </a:bodyPr>
          <a:lstStyle/>
          <a:p>
            <a:pPr algn="just"/>
            <a:r>
              <a:rPr lang="pt-BR" sz="2400"/>
              <a:t>A política adaptativa combina o melhor dos dois mundos: flexibilidade para enfrentar picos de tráfego e economia de energia em condições normais. </a:t>
            </a:r>
            <a:br>
              <a:rPr lang="pt-BR" sz="2400"/>
            </a:br>
            <a:r>
              <a:rPr lang="pt-BR" sz="2400"/>
              <a:t>Selecionando adequadamente 𝑚 e 𝐽 conforme a natureza da aplicação, obtém‑se um equilíbrio ótimo entre tempo de resposta, taxa de rejeições e consumo energético, tornando este esquema uma solução atraente para diferentes sistemas.</a:t>
            </a:r>
            <a:endParaRPr lang="pt-BR" sz="240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42E077-7041-4BE2-68ED-CDEAD665C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/>
          <a:lstStyle/>
          <a:p>
            <a:pPr rtl="0"/>
            <a:r>
              <a:rPr lang="pt-BR" b="1" noProof="0">
                <a:latin typeface="Segoe UI Semibold" panose="020B0502040204020203" pitchFamily="34" charset="0"/>
                <a:cs typeface="Segoe UI Semibold" panose="020B0502040204020203" pitchFamily="34" charset="0"/>
              </a:rPr>
              <a:t>Conclusões </a:t>
            </a:r>
          </a:p>
        </p:txBody>
      </p:sp>
    </p:spTree>
    <p:extLst>
      <p:ext uri="{BB962C8B-B14F-4D97-AF65-F5344CB8AC3E}">
        <p14:creationId xmlns:p14="http://schemas.microsoft.com/office/powerpoint/2010/main" val="3479434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EAA65-0DC1-637E-6D97-1C10E3679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70F63973-9DE4-66B6-36CE-014FE21088B3}"/>
              </a:ext>
            </a:extLst>
          </p:cNvPr>
          <p:cNvSpPr/>
          <p:nvPr/>
        </p:nvSpPr>
        <p:spPr>
          <a:xfrm>
            <a:off x="661492" y="506875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pt-BR" sz="3708" b="1" noProof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Aplicações Reais</a:t>
            </a:r>
            <a:endParaRPr lang="pt-BR" sz="3708" noProof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4EF7D3C-1758-6FB2-65C1-9148A0337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2815928"/>
            <a:ext cx="472480" cy="47248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9B5AE76C-FC65-1EB4-70A6-F3784BF3F7CE}"/>
              </a:ext>
            </a:extLst>
          </p:cNvPr>
          <p:cNvSpPr/>
          <p:nvPr/>
        </p:nvSpPr>
        <p:spPr>
          <a:xfrm>
            <a:off x="661492" y="3524647"/>
            <a:ext cx="468659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pt-BR" sz="1833" b="1" noProof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Gestão de Energia em Centros de Dados</a:t>
            </a:r>
            <a:endParaRPr lang="pt-BR" sz="1833" noProof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C2CB77D3-107E-9853-AAA6-FDFF8B165B52}"/>
              </a:ext>
            </a:extLst>
          </p:cNvPr>
          <p:cNvSpPr/>
          <p:nvPr/>
        </p:nvSpPr>
        <p:spPr>
          <a:xfrm>
            <a:off x="661492" y="4008933"/>
            <a:ext cx="5203924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pt-BR" sz="1458" noProof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Servidores ajustam a velocidade da CPU (DVFS) com base na fila de processamento, otimizando o consumo de energia e equilibrando latência.</a:t>
            </a:r>
            <a:endParaRPr lang="pt-BR" sz="1458" noProof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4347FD54-7D8B-4494-5B5D-D9A4DBB0D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934" y="2815928"/>
            <a:ext cx="472480" cy="472480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FE66F874-6BC2-3243-CD64-0314A6D247DA}"/>
              </a:ext>
            </a:extLst>
          </p:cNvPr>
          <p:cNvSpPr/>
          <p:nvPr/>
        </p:nvSpPr>
        <p:spPr>
          <a:xfrm>
            <a:off x="6332934" y="3524647"/>
            <a:ext cx="368915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pt-BR" sz="1833" b="1" noProof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Redes de Telecomunicações</a:t>
            </a:r>
            <a:endParaRPr lang="pt-BR" sz="1833" noProof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BB0623E-692A-FD55-AE5D-9D48DE7F9E94}"/>
              </a:ext>
            </a:extLst>
          </p:cNvPr>
          <p:cNvSpPr/>
          <p:nvPr/>
        </p:nvSpPr>
        <p:spPr>
          <a:xfrm>
            <a:off x="6332935" y="4008933"/>
            <a:ext cx="5203924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pt-BR" sz="1458" noProof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Estações base alocam recursos dinamicamente aos usuários, otimizando o desempenho individual e a eficiência do espectro.</a:t>
            </a:r>
            <a:endParaRPr lang="pt-BR" sz="1458" noProof="0"/>
          </a:p>
        </p:txBody>
      </p:sp>
    </p:spTree>
    <p:extLst>
      <p:ext uri="{BB962C8B-B14F-4D97-AF65-F5344CB8AC3E}">
        <p14:creationId xmlns:p14="http://schemas.microsoft.com/office/powerpoint/2010/main" val="3754331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0B36E-002A-1324-7B16-8896749B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E01724B8-4CB2-1B13-2DFB-0099E7C0DBCB}"/>
              </a:ext>
            </a:extLst>
          </p:cNvPr>
          <p:cNvSpPr/>
          <p:nvPr/>
        </p:nvSpPr>
        <p:spPr>
          <a:xfrm>
            <a:off x="661492" y="506875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pt-BR" sz="3708" noProof="0"/>
              <a:t>FIN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F2A9BA62-30FC-7C31-8EC8-3EF0181005D0}"/>
              </a:ext>
            </a:extLst>
          </p:cNvPr>
          <p:cNvSpPr/>
          <p:nvPr/>
        </p:nvSpPr>
        <p:spPr>
          <a:xfrm>
            <a:off x="3752701" y="4547202"/>
            <a:ext cx="4686598" cy="1676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pt-BR" sz="9600" b="1" noProof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Obrigado</a:t>
            </a:r>
            <a:endParaRPr lang="pt-BR" sz="9600" noProof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5A1F6043-AD9D-EF47-1FBB-5BB86DDB8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331" y="2225991"/>
            <a:ext cx="861337" cy="86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24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2A44EB6-3BD3-4FF9-B8D1-D973C54C3ED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7DD0DBF-30B2-4FC6-A5E7-8374DC7180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44B501-5DE1-46D9-B449-400C46FE1425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Widescreen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2013 - Tema de 2022</vt:lpstr>
      <vt:lpstr>Análise de um Sistema de Filas M/M/2 com Buffer Finito e Taxa de Serviço Adaptativa</vt:lpstr>
      <vt:lpstr>Introdução </vt:lpstr>
      <vt:lpstr>Modelado</vt:lpstr>
      <vt:lpstr>Modelado</vt:lpstr>
      <vt:lpstr>Modelado</vt:lpstr>
      <vt:lpstr>Modelado</vt:lpstr>
      <vt:lpstr>Modelado</vt:lpstr>
      <vt:lpstr>Resultados</vt:lpstr>
      <vt:lpstr>Resultados</vt:lpstr>
      <vt:lpstr>Resultados</vt:lpstr>
      <vt:lpstr>Resultados</vt:lpstr>
      <vt:lpstr>Resultados</vt:lpstr>
      <vt:lpstr>Conclusões </vt:lpstr>
      <vt:lpstr>Conclusões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Fabian Tavera Gutierrez</dc:creator>
  <cp:revision>1</cp:revision>
  <dcterms:created xsi:type="dcterms:W3CDTF">2025-06-02T03:21:05Z</dcterms:created>
  <dcterms:modified xsi:type="dcterms:W3CDTF">2025-06-30T17:13:50Z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